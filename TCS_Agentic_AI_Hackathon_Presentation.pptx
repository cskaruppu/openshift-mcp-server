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Lifecycle Management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Kubernetes Workloads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reactive troubleshooting into AI-driven resolution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2–4 hours → 45 seconds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|  TCS Agentic AI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resolve a pod crash in production — across multiple tools, terminals, and teams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933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Commands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get, describe, logs, top, events — SREs juggle CLI commands while under pressure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98064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2798064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events, metrics, resource specs — each in different tools, no unified 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0273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3602736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depends on senior SRE experience — not scalable, not repeatable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0740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 Paperwork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26080" y="4407408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incident creation, field population, resolution notes — done after the fix, often incomplete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Trail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26080" y="521208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state rarely captured — auditors and change management have no forensic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064240" cy="502920"/>
          </a:xfrm>
          <a:prstGeom prst="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AI could do all of this in 45 seconds — with full audit trail?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TCS Agentic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3566160" cy="2011680"/>
          </a:xfrm>
          <a:prstGeom prst="rect">
            <a:avLst>
              <a:gd name="adj" fmla="val 545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— "Why is my pod crashing?"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280160"/>
            <a:ext cx="3566160" cy="2011680"/>
          </a:xfrm>
          <a:prstGeom prst="rect">
            <a:avLst>
              <a:gd name="adj" fmla="val 5455"/>
            </a:avLst>
          </a:prstGeom>
          <a:solidFill>
            <a:srgbClr val="D1FAE5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891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Investigation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logs, events, metrics automatically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2011680"/>
          </a:xfrm>
          <a:prstGeom prst="rect">
            <a:avLst>
              <a:gd name="adj" fmla="val 5455"/>
            </a:avLst>
          </a:prstGeom>
          <a:solidFill>
            <a:srgbClr val="EDE9FE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Diagnosis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LLM root cause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3566160" cy="2011680"/>
          </a:xfrm>
          <a:prstGeom prst="rect">
            <a:avLst>
              <a:gd name="adj" fmla="val 5455"/>
            </a:avLst>
          </a:prstGeom>
          <a:solidFill>
            <a:srgbClr val="CFFAFE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Fix Generation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remediation with risk assessment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3657600"/>
            <a:ext cx="3566160" cy="2011680"/>
          </a:xfrm>
          <a:prstGeom prst="rect">
            <a:avLst>
              <a:gd name="adj" fmla="val 5455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8912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Auto-create, update, and close incidents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566160" cy="2011680"/>
          </a:xfrm>
          <a:prstGeom prst="rect">
            <a:avLst>
              <a:gd name="adj" fmla="val 5455"/>
            </a:avLst>
          </a:prstGeom>
          <a:solidFill>
            <a:srgbClr val="D1FAE5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2960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 comparison + incident timeline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217920"/>
            <a:ext cx="11064240" cy="411480"/>
          </a:xfrm>
          <a:prstGeom prst="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in → Full diagnosis + Fix + ServiceNow lifecycle out — in 45 seconds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0" y="320040"/>
            <a:ext cx="182880" cy="182880"/>
          </a:xfrm>
          <a:prstGeom prst="rect">
            <a:avLst>
              <a:gd name="adj" fmla="val 15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52578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"/>
            <a:ext cx="182880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0" y="320040"/>
            <a:ext cx="182880" cy="182880"/>
          </a:xfrm>
          <a:prstGeom prst="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8915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332720" y="320040"/>
            <a:ext cx="182880" cy="182880"/>
          </a:xfrm>
          <a:prstGeom prst="rect">
            <a:avLst>
              <a:gd name="adj" fmla="val 15000"/>
            </a:avLst>
          </a:prstGeom>
          <a:solidFill>
            <a:srgbClr val="CFFAFE"/>
          </a:solidFill>
          <a:ln/>
        </p:spPr>
      </p:sp>
      <p:sp>
        <p:nvSpPr>
          <p:cNvPr id="11" name="Text 9"/>
          <p:cNvSpPr/>
          <p:nvPr/>
        </p:nvSpPr>
        <p:spPr>
          <a:xfrm>
            <a:off x="1056132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005840"/>
            <a:ext cx="2468880" cy="1371600"/>
          </a:xfrm>
          <a:prstGeom prst="rect">
            <a:avLst>
              <a:gd name="adj" fmla="val 6667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078992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078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106070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Issue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38988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pod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mlflow-server crashing?"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Chat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17520" y="1005840"/>
            <a:ext cx="2468880" cy="1371600"/>
          </a:xfrm>
          <a:prstGeom prst="rect">
            <a:avLst>
              <a:gd name="adj" fmla="val 666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107899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090672" y="1078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106070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27248" y="138988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incident_response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mlflow-server-xxx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auto-detected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0.88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0" y="1005840"/>
            <a:ext cx="2011680" cy="13716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33872" y="107899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833872" y="1078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10607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Discovery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0448" y="138988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deployment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matchLabels selector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pods in cluster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prefix match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0" y="1005840"/>
            <a:ext cx="3566160" cy="13716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107899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119872" y="1078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10607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56448" y="1389888"/>
            <a:ext cx="3346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(200 lines) + Events + Metrics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380Mi / 512Mi | Restarts: 19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State: CrashLoopBackOff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743200"/>
            <a:ext cx="3017520" cy="1371600"/>
          </a:xfrm>
          <a:prstGeom prst="rect">
            <a:avLst>
              <a:gd name="adj" fmla="val 666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81635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27980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Root Cause Analysis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3127248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Engine: OOMKilled pattern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"Memory ceiling insufficient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workload"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Resource Exhaustion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2743200"/>
            <a:ext cx="2468880" cy="1371600"/>
          </a:xfrm>
          <a:prstGeom prst="rect">
            <a:avLst>
              <a:gd name="adj" fmla="val 666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39312" y="281635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3639312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77640" y="27980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Fix Calculation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75888" y="312724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smartMemoryLimit()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512Mi × 5x (19 restarts)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Rounded to 2Gi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09360" y="2743200"/>
            <a:ext cx="2468880" cy="13716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2512" y="281635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512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27980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19088" y="312724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INC0012345 created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P2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in work notes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fields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052560" y="2743200"/>
            <a:ext cx="2834640" cy="13716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25712" y="281635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9125712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464040" y="279806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Operator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62288" y="3127248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card + Fix proposal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metrics snapshot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/ Dry Run buttons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timeline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4480560"/>
            <a:ext cx="2468880" cy="1371600"/>
          </a:xfrm>
          <a:prstGeom prst="rect">
            <a:avLst>
              <a:gd name="adj" fmla="val 6667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7472" y="4553712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4553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" y="453542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Applies Fix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4048" y="486460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'Apply Fix'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patch executed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Before-metrics captured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initiated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017520" y="4480560"/>
            <a:ext cx="2468880" cy="1371600"/>
          </a:xfrm>
          <a:prstGeom prst="rect">
            <a:avLst>
              <a:gd name="adj" fmla="val 6667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90672" y="4553712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9" name="Text 57"/>
          <p:cNvSpPr/>
          <p:nvPr/>
        </p:nvSpPr>
        <p:spPr>
          <a:xfrm>
            <a:off x="3090672" y="4553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429000" y="453542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Validation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127248" y="486460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Running ✓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1/1 ✓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Restarts: 0 (was 19) ✓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120Mi / 2Gi ✓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760720" y="4480560"/>
            <a:ext cx="2834640" cy="13716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33872" y="455371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4" name="Text 62"/>
          <p:cNvSpPr/>
          <p:nvPr/>
        </p:nvSpPr>
        <p:spPr>
          <a:xfrm>
            <a:off x="5833872" y="4553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172200" y="453542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Evidence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70448" y="4864608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512Mi → 2Gi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Restarts: 19 → 0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false → true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Pods: 1/1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869680" y="4480560"/>
            <a:ext cx="3017520" cy="13716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42832" y="455371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9" name="Text 67"/>
          <p:cNvSpPr/>
          <p:nvPr/>
        </p:nvSpPr>
        <p:spPr>
          <a:xfrm>
            <a:off x="8942832" y="4553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281160" y="45354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Resolved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979408" y="4864608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INC0012345 closed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notes: before/after + timeline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45 seconds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persisted to localStorage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743200" y="169164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73" name="Shape 71"/>
          <p:cNvSpPr/>
          <p:nvPr/>
        </p:nvSpPr>
        <p:spPr>
          <a:xfrm>
            <a:off x="5486400" y="169164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74" name="Shape 72"/>
          <p:cNvSpPr/>
          <p:nvPr/>
        </p:nvSpPr>
        <p:spPr>
          <a:xfrm>
            <a:off x="7772400" y="169164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75" name="Shape 73"/>
          <p:cNvSpPr/>
          <p:nvPr/>
        </p:nvSpPr>
        <p:spPr>
          <a:xfrm>
            <a:off x="9829800" y="237744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76" name="Shape 74"/>
          <p:cNvSpPr/>
          <p:nvPr/>
        </p:nvSpPr>
        <p:spPr>
          <a:xfrm>
            <a:off x="9829800" y="251460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251460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78" name="Shape 76"/>
          <p:cNvSpPr/>
          <p:nvPr/>
        </p:nvSpPr>
        <p:spPr>
          <a:xfrm>
            <a:off x="3291840" y="342900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79" name="Shape 77"/>
          <p:cNvSpPr/>
          <p:nvPr/>
        </p:nvSpPr>
        <p:spPr>
          <a:xfrm>
            <a:off x="6035040" y="342900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0" name="Shape 78"/>
          <p:cNvSpPr/>
          <p:nvPr/>
        </p:nvSpPr>
        <p:spPr>
          <a:xfrm>
            <a:off x="8778240" y="342900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1" name="Shape 79"/>
          <p:cNvSpPr/>
          <p:nvPr/>
        </p:nvSpPr>
        <p:spPr>
          <a:xfrm>
            <a:off x="10469880" y="411480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2" name="Shape 80"/>
          <p:cNvSpPr/>
          <p:nvPr/>
        </p:nvSpPr>
        <p:spPr>
          <a:xfrm>
            <a:off x="10469880" y="425196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" y="425196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4" name="Shape 82"/>
          <p:cNvSpPr/>
          <p:nvPr/>
        </p:nvSpPr>
        <p:spPr>
          <a:xfrm>
            <a:off x="2743200" y="516636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5" name="Shape 83"/>
          <p:cNvSpPr/>
          <p:nvPr/>
        </p:nvSpPr>
        <p:spPr>
          <a:xfrm>
            <a:off x="5486400" y="516636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6" name="Shape 84"/>
          <p:cNvSpPr/>
          <p:nvPr/>
        </p:nvSpPr>
        <p:spPr>
          <a:xfrm>
            <a:off x="8595360" y="516636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arrow"/>
          </a:ln>
        </p:spPr>
      </p:sp>
      <p:sp>
        <p:nvSpPr>
          <p:cNvPr id="87" name="Shape 85"/>
          <p:cNvSpPr/>
          <p:nvPr/>
        </p:nvSpPr>
        <p:spPr>
          <a:xfrm>
            <a:off x="274320" y="6126480"/>
            <a:ext cx="11612880" cy="457200"/>
          </a:xfrm>
          <a:prstGeom prst="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88" name="Text 86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AI  →  AUTOMATED  →  VALIDATED  →  RESOLVED    |    Total: 45 seconds    |    20 steps, only 3 require human input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— Impact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5029200"/>
          </a:xfrm>
          <a:prstGeom prst="rect">
            <a:avLst>
              <a:gd name="adj" fmla="val 2182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73736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24028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24612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74904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425196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380Mi (74%)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475488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Pods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5257800"/>
            <a:ext cx="2286000" cy="365760"/>
          </a:xfrm>
          <a:prstGeom prst="rect">
            <a:avLst>
              <a:gd name="adj" fmla="val 15000"/>
            </a:avLst>
          </a:prstGeom>
          <a:solidFill>
            <a:srgbClr val="FECAC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1097280"/>
            <a:ext cx="5303520" cy="5029200"/>
          </a:xfrm>
          <a:prstGeom prst="rect">
            <a:avLst>
              <a:gd name="adj" fmla="val 2182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097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Status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0" y="173736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0" y="224028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751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0" y="274320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144000" y="324612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44000" y="374904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44000" y="425196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120Mi (6%)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75120" y="4754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144000" y="475488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7512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Pods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44000" y="5257800"/>
            <a:ext cx="2286000" cy="365760"/>
          </a:xfrm>
          <a:prstGeom prst="rect">
            <a:avLst>
              <a:gd name="adj" fmla="val 15000"/>
            </a:avLst>
          </a:prstGeom>
          <a:solidFill>
            <a:srgbClr val="BBF7D0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0352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— 3-Minute 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88720" cy="640080"/>
          </a:xfrm>
          <a:prstGeom prst="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pod is crashing in production. Normally takes an SRE 2-4 hours to diagnose and fix. Watch what our AI does."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819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0:20–0:40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91640" y="1581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158191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AI Chat: "Why is my pod mlflow-server crashing?"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out: plain English, no kubectl commands needed.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95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15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229514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 Diagnosis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9514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returns: root cause (OOMKilled), evidence (logs + events + metrics), severity classification.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collected data from 3 sources, ran hybrid analysis in 10 seconds."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08376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083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1:10–1:30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300837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Fix Proposal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00837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fix card: calculated 2Gi memory limit (was 512Mi), data-driven using restart count.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guess — the AI used the restart pattern and actual usage to calculate this."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21608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1:30–1:50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91640" y="37216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ServiceNow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72160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"Incident INC already created automatically — severity, description, AI diagnosis all populated.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form filling."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434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91640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434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'Apply Fix'. Show before/after metrics appear: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512Mi→2Gi, Restarts: 19→0, Status: CrashLoopBackOff→Running.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change is evidenced."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5148072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51480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2:20–2:40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54681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91640" y="51480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Timeline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5148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incident timeline: Detection→Diagnosis→Fix→Validated→Resolved.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"MTTR: 45 seconds. ServiceNow incident auto-closed with full audit trail."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5861304"/>
            <a:ext cx="1188720" cy="640080"/>
          </a:xfrm>
          <a:prstGeom prst="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8613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2:40–3:00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1813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91640" y="586130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0" y="586130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question to resolution in 45 seconds. 20 steps, only 3 need human input.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ITSM lifecycle. Production-grade evidence. That's TCS Agentic AI."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6537960"/>
            <a:ext cx="11430000" cy="201168"/>
          </a:xfrm>
          <a:prstGeom prst="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651967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 Pause briefly after the AI diagnosis appears — let the audience absorb the speed.  End with the MTTR number for maximum impact.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hours → 45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require human 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0936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Phrasings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intent, many expressions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23544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 Commands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no kubectl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Lifecycle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328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Resolution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3544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3544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Across Refresh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937760" y="2377440"/>
            <a:ext cx="2286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517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Lifecycle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Resolution in 45 Seconds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Autonomous Incident Lifecycle Management</dc:title>
  <dc:subject>PptxGenJS Presentation</dc:subject>
  <dc:creator>TCS Agentic AI Platform</dc:creator>
  <cp:lastModifiedBy>TCS Agentic AI Platform</cp:lastModifiedBy>
  <cp:revision>1</cp:revision>
  <dcterms:created xsi:type="dcterms:W3CDTF">2026-06-22T18:06:41Z</dcterms:created>
  <dcterms:modified xsi:type="dcterms:W3CDTF">2026-06-22T18:06:41Z</dcterms:modified>
</cp:coreProperties>
</file>