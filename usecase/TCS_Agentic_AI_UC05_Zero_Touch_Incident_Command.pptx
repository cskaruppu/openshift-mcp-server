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35808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81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  ·   USE CASE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1051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Zero-Touch Incident Command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78608"/>
            <a:ext cx="1097280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2578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short name for demos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Self-detecting · Self-documenting · Self-closing · Self-reverting incident lifecycle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“Nobody opens the ticket.  Nobody writes the RCA.  Nobody closes it.”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touchpoint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44368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44368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triggers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57216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57216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thresholds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70064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70064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states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82912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582912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formats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OpenShift  ·  Autonomous ITSM / AIOps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incident effort is administration, not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are the trigger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happens until an SRE notices. Detection latency is human latency.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EDD5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RCAs are hand-written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20–60 minutes of typing per incident — and quality varies by who was on call.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ticket is toil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administration. Teams spend hours a week closing tickets nobody disputes.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Self-resolved = stale tickets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 that fix themselves still need a human to notice and close.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3672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everywhere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6552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node failure becomes twenty tickets. Correlation is manual.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gaps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rarely captured consistently; auditors find holes.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58978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UC-01 answers when a human asks.  UC-05 has no human trigger at all — and closes its own tickets.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 — one human gate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is continuous and read-only; only the approval step involves a person.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thresholds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dwell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48256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22576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22576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symptoms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1 incident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9352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33672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33672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0448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INC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ITIL priority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queue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81544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55864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fix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55864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guardrails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92640" y="19385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66960" y="160020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16916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Dry-run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66960" y="2057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?dryRun=All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8346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8346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◀  AWAITING APPROVAL — THE ONLY HUMAN GATE  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8600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fix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32504" y="4270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9768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 workload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44184" y="4270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0936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55864" y="4270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21040" y="3931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4023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+ RCA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321040" y="4389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notes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512064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5120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Self-healed → auto-closed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33672" y="512064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33672" y="5120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safe fix → escalated (ticket ready)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55864" y="512064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5864" y="5120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verified → rolled back, ticket stays OPEN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11480" y="585216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before the gate is autonomous. Everything after the gate is autonomous.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/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human touchpoints become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37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SRE notices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Open ticket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98094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809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Investigate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027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Write RCA by hand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42245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24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Apply fix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8463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846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Verify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546811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468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Close ticket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UC-05 ZERO-TOUCH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56832" y="17373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737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Auto-detected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56832" y="23591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2359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Auto-ticketed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56832" y="298094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9809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AI RCA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56832" y="360273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36027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APPROVE 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56832" y="42245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4224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Auto-applied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56832" y="48463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4846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Auto-verified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56832" y="546811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5468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Auto-closed + RCA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56832" y="6080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step 4 needs a person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Industry-standard thresholds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Defaults come from kubernetes-mixin / kube-prometheus — the rules OpenShift already ships. Dwell time = the `for:` clause.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11338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46304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Dwell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Industry standard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crashLoop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KubePodCrashLooping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oomKilled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event (30m window)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container OOMKilled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KubeDeploymentReplicasMismatch (0 ready)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replicaMismatch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KubeDeploymentReplicasMismatch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KubePodNotReady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podPending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KubePodNotScheduled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imagePull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KubeContainerWaiting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KubeNodeNotReady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nodePressure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KubeNodeMemory/DiskPressure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operatorDegraded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ClusterOperatorDegraded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pvcPending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KubePersistentVolumeClaimPending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pvcFilling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&lt;10% free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KubePersistentVolumeFillingUp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IT'S SAFE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control — what makes autonomy credible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these, enabling auto-ticketing on a real cluster creates a storm on the first scan.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4922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Dwell time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Ignore transient blips and normal rolling deploys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 rule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Causal merge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signal on one workload → ONE incident; root cause chosen by precedence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 cascade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NotReady node taking N pods with it = 1 incident, not N+1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Chronic guard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Already broken &gt;24h when first seen → Problem candidate, not an Incident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hours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Activity override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…UNLESS it is still actively restarting — then it is a live incident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 floor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this severity or worse is auto-ticketed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 limit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Rolling ceiling on tickets per hour + circuit breaker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/ hour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Workload signature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Stable across rollouts AND across a changing mix of firing signals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dedup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Reuse an existing open ticket via correlation_id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Recurrence gap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“Recurring” = cleared then returned, not “polled again”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 min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3+ recurrences → severity +1, flagged for immediate attention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Protected namespaces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openshift-*, kube-*, default never auto-remediated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55778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650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on the live lab cluster:  26 raw symptoms  →  24 correlated detections  →  23 chronic (Problem candidates)  →  1 auto-ticket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99846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ticket was the genuinely new failure. That is the guard set doing its job.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guards actually filter 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on the live lab cluster — this is the most persuasive slide in the deck.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SYMPTOMS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threshold breach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 on the cluster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2514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correlation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merge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2514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03920" y="17373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D1FAE5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5039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AUTO-TICKET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2999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chronic guard,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floor, rate limit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77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+ causal merge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6072" y="43891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signal on one workload becomes ONE incident. A NotReady node taking 20 pods with it is 1 ticket, not 21.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33672" y="3977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 guard — 23 filtered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98264" y="43891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broken &gt;24h when first seen → a Problem candidate, not a new Incident. Nobody gets paged for a 10-day-old failure.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55864" y="39776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floor + rate limit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0456" y="43891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SEV-2 or worse only, max 10 tickets/hour with a circuit breaker.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5532120"/>
            <a:ext cx="11338560" cy="731520"/>
          </a:xfrm>
          <a:prstGeom prst="roundRect">
            <a:avLst>
              <a:gd name="adj" fmla="val 875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these guards this cluster would have opened 24 tickets on the first scan. The one that survived was the genuinely new failure — that restraint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FAULT = ONE TICKET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layers of duplicate prevention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deliberately asymmetric handling of tickets we did not raise.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288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6824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merge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700784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workload that is OOMKilled AND crash-looping AND at 0/1 replicas is ONE incident. Root cause chosen by precedence (OOM explains the crash loop), the rest folded in as symptoms.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24912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9992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529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signature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871216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dedup key is the workload, not the rule — so the signature survives rollouts AND a changing mix of firing signals. No second ticket when the OOM window lapses.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169664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correlation_id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404164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creating, we query ServiceNow for an open incident with the same correlation_id and ATTACH to it. Holds even if our own state was lost to a pod restart.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duplicates already exist: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5486400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5559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 WE raised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" y="5833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as children of the primary, then closed as Duplicate pointing at it (opt-in setting).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53912" y="5486400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5559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 a HUMAN raised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18504" y="5833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and work-noted “review and close” — but NEVER closed automatically. They may hold context we would destroy.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ROOT-CAUSE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Evidence-grounded, not a label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and events are fenced as untrusted data — prompt-injection safe.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(incl. previous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terminated instance)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06624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events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object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01768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limits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requests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96912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counts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exit codes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92056" y="164592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92056" y="16459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Known-error KB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 fed to the LLM  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71800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718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0" y="2971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precise sentence citing the evidence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53912" y="2971800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9718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+ confidence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11312" y="2971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Exhaustion / App Bug / … · high|medium|low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538728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38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analysis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35387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sentences explaining WHY, referencing log 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53912" y="3538728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538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5-Whys causal chain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11312" y="35387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→ … → Root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105656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056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Contributing factors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68880" y="410565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made it possible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53912" y="4105656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41056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assessment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11312" y="410565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Who/what is affected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672584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72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steps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68880" y="467258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confirm if it recurs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53912" y="4672584"/>
            <a:ext cx="5577840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4672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 actions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11312" y="467258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to stop recurrence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553212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Bounded: 35s AI / 20s evidence soft timeout. If the LLM is slow or absent the RCA still renders from the deterministic engine — and says so.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document — ITIL 4 · Google SRE · NIST SP 800-61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three ways, so it reaches the ticket, the browser and the archive.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text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1760220"/>
            <a:ext cx="3611880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close_notes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record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1371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463040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33672" y="1760220"/>
            <a:ext cx="3611880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to the incident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View RCA in console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55864" y="1371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55864" y="1463040"/>
            <a:ext cx="36118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55864" y="1760220"/>
            <a:ext cx="3611880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to the incident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archival / auditors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21284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BEFORE closing — many ServiceNow configurations refuse attachments on closed records. Attachment is best-effort: a failure never costs the text record.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06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Summary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6060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severity, cluster, scope, detecting threshold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990088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90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Impact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9900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Symptoms, correlation, recurrence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374136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374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Timeline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3741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computed MTTD / MTTA / MTTR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758184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758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Root cause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75818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confidence, provenance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142232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1422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4.1–4.5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41422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· impact · 5-Whys · contributing factors · recommendation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526280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526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Evidence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4526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obs · resource config · log excerpts · events · KB matches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910328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9103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Resolution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17520" y="49103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Action, command, rationale, approver, dry-run + apply output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5294376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5294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Verification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0" y="529437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the workload actually recovered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5678424"/>
            <a:ext cx="113385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678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CAPA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017520" y="567842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AI-proposed preventive actions first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6062472"/>
            <a:ext cx="11338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062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Notes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017520" y="60624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statement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incident closes with the same audit-grade document — regardless of who was on call.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&amp;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safe action per signal — everything else escalates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113385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754880"/>
                <a:gridCol w="11887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Automated 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Reversible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CrashLoop / NotReady / ZeroReady / ReplicaMismatch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rollout restart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OOMKilled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resources --limits=memory (DOUBLED, never a bare restart)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PVC filling 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patch pvc expand +50% (allowVolumeExpansion validated)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 NotReady · Operator Degraded · PVC Pending · ImagePull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 — escalate to a human with RCA + ticket ready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84048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9319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Two-flag interlock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(read-only) separate from action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33672" y="384048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70832" y="39319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mode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370832" y="4251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what WOULD happen before granting autonomy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55864" y="384048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024" y="39319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dry-run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193024" y="4251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fix previewed with ?dryRun=All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489204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gate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5303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Unverified → rolled back, ticket left OPEN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33672" y="489204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0832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defense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370832" y="5303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fenced as data, never instructions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055864" y="4892040"/>
            <a:ext cx="3611880" cy="914400"/>
          </a:xfrm>
          <a:prstGeom prst="roundRect">
            <a:avLst>
              <a:gd name="adj" fmla="val 7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audit trail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193024" y="5303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state transition logged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1480" y="60350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 false success: if the fix cannot be verified, the incident escalates and the ticket stays open.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&amp; UNDO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Ledger — every mutation, with an inverse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inverse is computed and stored AT APPLY TIME — once memory is patched the old value is gone from the cluster.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prior value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389Mi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05456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06624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inverse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06624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…limits=memory=389Mi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in ledger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01768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retention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95744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96912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▷ Dry-run revert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96912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preview, no change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19385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92056" y="16002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92056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↩ Revert + verify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92056" y="20574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ledger entry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Revertable?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increase_memory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 — exact inverse patch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prior limit was captured at apply time, so it can be restored precisely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rollout_restart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— nothing to revert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rolling restart changes no configuration; only pods were recreated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expand_pvc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— physically impossible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Kubernetes cannot shrink a PersistentVolumeClaim; expansion is one-way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(no captured value)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rollout undo offered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Falls back to `oc rollout undo`, which restores the whole prior pod template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11480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revert is a change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76072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governance as the original fix: classify → mandatory dry-run → apply → verify → work-note the incident.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33672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98264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not always rollout undo?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398264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Undo restores the ENTIRE prior template and would silently discard unrelated changes made since. The inverse patch undoes exactly what we did.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55864" y="4800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0456" y="4892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Reverts are reversible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220456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revert is recorded with revertOf → the original, so the chain is complete and a revert can itself be reverted.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Surfaced as “History — applied changes” in AI Intelligence, with a before → after diff on every entry.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actually goes back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11338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today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UC-05 Zero-Touch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Detection → ticket raised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Minutes to hours (a human must notice)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Seconds — no human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RCA authoring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20–60 min hand-written, quality varies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Automatic, evidence-grounded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Ticket closure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Manual, frequently deferred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Automatic, with RCA attached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Self-resolved conditions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Stale tickets closed by hand later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Self-closing, marked self-healed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 tickets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node failure → many tickets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Deduped by stable signature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Undoing a change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archaeology through kubectl history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ledgered revert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touchpoints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≈ 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— approve the fix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evidence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Inconsistent between engineers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standard RCA every time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76072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differentiator: other automation stops at “alert raised”. UC-05 also writes the RCA and closes the ticket.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Five-minute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to say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Intelligence → Auto-Detect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“Nobody asked. 24 detections from 26 correlated symptoms.”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 at CHRONIC 23 / ELIGIBLE 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“It refuses to page for things broken 10 days. That restraint is the product.”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Toggle Actionable / Chronic filter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“One actionable item, not 24 — the queue tells the truth.”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⚙ Automation Settings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Autonomous toggle, ServiceNow queue, thresholds — no redeploy.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Break something live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genuinely new failure — the only kind that should page.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Wait one detection cycle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 appears auto-raised with INC number + ITIL priority.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 the AI RCA on the card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Category, confidence, causal chain, real log lines, container name.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Click ▷ Dry-run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Previewed against the live API server — nothing changed.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Click ✅ Apply Fix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Terminal transcript + BEFORE/AFTER container table appear.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the ticket in ServiceNow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HTML + PDF attached, full RCA in close notes, MTTR.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History — applied changes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→ after diff, then ↩ Revert with its own dry-run.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Optional: let one self-heal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 closes itself, marked self-healed.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rollout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· UC-05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31089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Setting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Configurable in UI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Detection on/off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(read-only)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Autonomous action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 — deliberate interlock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assignment group (admin queue)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instance default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Chronic window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hours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 floor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SEV-2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Ticket rate limit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/ hour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Self-heal confirm scans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Attach RCA report (HTML + PDF)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Auto-close duplicate tickets we raised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 — opt-in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 actively-failing workloads as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Escalate after N recurrences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Change-ledger retention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Scan interval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minutes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892040"/>
            <a:ext cx="5577840" cy="1508760"/>
          </a:xfrm>
          <a:prstGeom prst="roundRect">
            <a:avLst>
              <a:gd name="adj" fmla="val 424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by automated harness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526694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merge (3 signals → 1 ticket) · signature stability · chronic guard + activity override · restart-rate detection · escalation on 3rd episode · name derivation · full happy path · dry-run precedes apply · failed verification escalates without closing · duplicate asymmetry · attachment degrades safely · ledger inverse + revert chain · rollout undo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72200" y="4892040"/>
            <a:ext cx="5577840" cy="1508760"/>
          </a:xfrm>
          <a:prstGeom prst="roundRect">
            <a:avLst>
              <a:gd name="adj" fmla="val 424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live validation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27648" y="5266944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real ServiceNow auto-raise and close against the customer instance. AI RCA depth depends on the configured LLM being reachable from the pod.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Recommended: run in shadow mode for one cycle, confirm the chronic/eligible split, then enable autonomous action.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29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Zero-Touch Incident Command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ZTIC  ·  UC-05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273552"/>
            <a:ext cx="29260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93008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opens the ticket.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writes the RCA.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closes it.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every change can be undone.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thing a human decides is whether to apply the fix.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OpenShift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Zero-Touch Incident Command (ZTIC) · UC-05</dc:title>
  <dc:subject>ZTIC — autonomous incident lifecycle for OpenShift</dc:subject>
  <dc:creator>TCS Agentic AI Platform</dc:creator>
  <cp:lastModifiedBy>TCS Agentic AI Platform</cp:lastModifiedBy>
  <cp:revision>1</cp:revision>
  <dcterms:created xsi:type="dcterms:W3CDTF">2026-07-27T13:56:27Z</dcterms:created>
  <dcterms:modified xsi:type="dcterms:W3CDTF">2026-07-27T13:56:27Z</dcterms:modified>
</cp:coreProperties>
</file>