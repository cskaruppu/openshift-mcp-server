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88920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00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CASE 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Zero-Touch Incident Command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9718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Self-detecting · Self-documenting · Self-closing incident lifecycle for OpenShift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“Nobody opens the ticket.  Nobody writes the RCA.  Nobody closes it.”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touchpoint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944368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triggers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157216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thresholds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70064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states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82912" y="429768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40740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486460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sections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58064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  ·  Autonomous ITSM / AIOps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incident effort is administration, not engineering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are the trigger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happens until an SRE notices. Detection latency is human latency.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RCAs are hand-written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20–60 minutes of typing per incident — and quality varies by who was on call.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the ticket is toil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administration. Teams spend hours a week closing tickets nobody disputes.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Self-resolved = stale tickets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Conditions that fix themselves still need a human to notice and close.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everywhere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node failure becomes twenty tickets. Correlation is manual.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gaps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rarely captured consistently; auditors find holes.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UC-01 answers when a human asks.  UC-05 has no human trigger at all — and closes its own tickets.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flow — one human gate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is continuous and read-only; only the approval step involves a person.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thresholds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dwell 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048256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322576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2576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22576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 symptoms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1 incident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59352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33672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33672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3672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RCA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70448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4768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INC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44768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ITIL priority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queue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81544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55864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55864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fix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55864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guardrails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692640" y="193852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966960" y="1600200"/>
            <a:ext cx="1627632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66960" y="1691640"/>
            <a:ext cx="16276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Dry-run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66960" y="2057400"/>
            <a:ext cx="16276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API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?dryRun=All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2834640"/>
            <a:ext cx="557784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317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8346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◀  AWAITING APPROVAL — THE ONLY HUMAN GATE  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28600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fix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3250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9768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9768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29768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poll workload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04418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30936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055864" y="4270248"/>
            <a:ext cx="256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321040" y="393192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21040" y="4023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+ RCA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321040" y="43891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notes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1480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1480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Self-healed → auto-closed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233672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33672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safe fix → escalated (ticket ready)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8055864" y="5120640"/>
            <a:ext cx="3611880" cy="502920"/>
          </a:xfrm>
          <a:prstGeom prst="roundRect">
            <a:avLst>
              <a:gd name="adj" fmla="val 10909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55864" y="5120640"/>
            <a:ext cx="3611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verified → rolled back, ticket stays OPEN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411480" y="585216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before the gate is autonomous. Everything after the gate is autonomous.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/ AFTER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human touchpoints become 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TODAY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SRE notices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Open ticket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Investigate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Write RCA by hand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Apply fix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Verify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E2E2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Close ticket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56832" y="1371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ZERO-TOUCH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56832" y="173736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173736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Auto-detected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656832" y="235915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235915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Auto-ticketed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656832" y="2980944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2980944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AI RCA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656832" y="3602736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3602736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APPROVE 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656832" y="4224528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42245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Auto-applied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656832" y="4846320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484632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Auto-verified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56832" y="5468112"/>
            <a:ext cx="512064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6832" y="5468112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Auto-closed + RCA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56832" y="60807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step 4 needs a person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Industry-standard thresholds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Defaults come from kubernetes-mixin / kube-prometheus — the rules OpenShift already ships. Dwell time = the `for:` clause.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00200"/>
          <a:ext cx="11338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146304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Industry standard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KubePodCrashLooping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event (30m window)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container 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 (0 ready)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KubeDeploymentReplicasMismatch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KubePodNotScheduled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KubeContainerWaiting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KubeNodeNotReady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KubeNodeMemory/DiskPressure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ClusterOperatorDegraded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KubePersistentVolumeClaimPending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pvcFilling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&lt;10% free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KubePersistentVolumeFillingUp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IT'S SAFE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Noise control — what makes autonomy credible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these, enabling auto-ticketing on a real cluster creates a storm on the first scan.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4922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Purpose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Dwell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Ignore transient blips and normal rolling deploys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 rule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Correlation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NotReady node taking N pods with it = 1 incident, not N+1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guard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Already broken &gt;24h when first seen → Problem candidate, not an Incident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this severity or worse is auto-ticketed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Rolling ceiling on tickets per hour + circuit breaker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Signature dedup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live incident per condition; stable across rollouts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Recurrence gap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“Recurring” = cleared then returned, not “polled again”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 min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Protected namespaces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openshift-*, kube-*, default never auto-remediated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always 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11480" y="5257800"/>
            <a:ext cx="113385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 on the live lab cluster:  26 raw symptoms  →  24 correlated detections  →  23 chronic (Problem candidates)  →  1 auto-ticket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ticket was the genuinely new failure. That is the guard set doing its job.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ROOT-CAUSE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Evidence-grounded, not a label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and events are fenced as untrusted data — prompt-injection safe.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logs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(incl. previous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terminated instance)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06624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06624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Warning events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object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01768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01768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limits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requests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96912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Restart counts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exit codes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592056" y="1645920"/>
            <a:ext cx="212140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056" y="1645920"/>
            <a:ext cx="212140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Known-error KB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260604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  fed to the LLM  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1480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cause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468880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precise sentence citing the evidence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53912" y="2971800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91072" y="297180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+ confidence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11312" y="2971800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Memory Exhaustion / App Bug / … · high|medium|low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11480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Detailed analysis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468880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sentences explaining WHY, referencing log lines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53912" y="3538728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91072" y="3538728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5-Whys causal chain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11312" y="3538728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 → … → Root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1480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Contributing factors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468880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made it possible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53912" y="4105656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91072" y="410565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11312" y="4105656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Who/what is affected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1480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Investigation steps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468880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confirm if it recurs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53912" y="4672584"/>
            <a:ext cx="5577840" cy="475488"/>
          </a:xfrm>
          <a:prstGeom prst="roundRect">
            <a:avLst>
              <a:gd name="adj" fmla="val 9615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91072" y="4672584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Preventive actions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211312" y="4672584"/>
            <a:ext cx="3429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 to stop recurrence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11480" y="55321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Bounded: 35s AI / 20s evidence soft timeout. If the LLM is slow or absent the RCA still renders from the deterministic engine — and says so.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document — ITIL 4 · Google SRE · NIST SP 800-61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into the ServiceNow close notes and downloadable from the console.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" y="1600200"/>
            <a:ext cx="1133856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6002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Summary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0" y="16002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Title, severity, cluster, scope, detecting threshold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057400"/>
            <a:ext cx="11338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0574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17520" y="20574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Symptoms, correlation, recurrence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514600"/>
            <a:ext cx="1133856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5146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Timeline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17520" y="25146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computed MTTD / MTTA / MTTR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2971800"/>
            <a:ext cx="11338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9718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Root cause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17520" y="29718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Category, confidence, provenance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3429000"/>
            <a:ext cx="1133856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4290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4.1–4.5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17520" y="34290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analysis · impact · 5-Whys · contributing factors · recommendation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886200"/>
            <a:ext cx="11338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8862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Evidence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8862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Threshold obs · resource config · log excerpts · events · KB matches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4343400"/>
            <a:ext cx="1133856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3434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Resolution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017520" y="43434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Action, command, rationale, approver, dry-run + apply output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11480" y="4800600"/>
            <a:ext cx="11338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8006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Verification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017520" y="48006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the workload actually recovered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1480" y="5257800"/>
            <a:ext cx="11338560" cy="40233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52578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CAPA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017520" y="52578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AI-proposed preventive actions first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11480" y="5715000"/>
            <a:ext cx="113385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571500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 Notes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017520" y="5715000"/>
            <a:ext cx="8595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statement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11480" y="62636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incident closes with the same audit-grade document — regardless of who was on call.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REMEDIATION &amp; SAFETY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safe action per signal — everything else escalates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11338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754880"/>
                <a:gridCol w="118872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Signal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Automated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Risk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Reversible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CrashLoop / NotReady / ZeroReady / ReplicaMismatch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rollout restart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OOMKilled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 resources --limits=memory (DOUBLED, never a bare restart)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PVC filling 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patch pvc expand +50% (allowVolumeExpansion validated)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Node NotReady · Operator Degraded · PVC Pending · ImagePull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none — escalate to a human with RCA + ticket ready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11480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Two-flag interlock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548640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Detection (read-only) separate from action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33672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0832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Shadow mode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370832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what WOULD happen before granting autonomy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55864" y="384048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93024" y="39319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Mandatory dry-run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193024" y="425196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fix previewed with ?dryRun=All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Verification gate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48640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→ rolled back, ticket left OPEN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33672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70832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defense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370832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fenced as data, never instructions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55864" y="4892040"/>
            <a:ext cx="3611880" cy="914400"/>
          </a:xfrm>
          <a:prstGeom prst="roundRect">
            <a:avLst>
              <a:gd name="adj" fmla="val 7000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93024" y="49834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5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audit trail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193024" y="5303520"/>
            <a:ext cx="33375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state transition logged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6035040"/>
            <a:ext cx="11338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 false success: if the fix cannot be verified, the incident escalates and the ticket stays open.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actually goes back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54480"/>
          <a:ext cx="113385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840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today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UC-05 Zero-Touch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→ ticket raised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to hours (a human must notice)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Seconds — no human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authoring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20–60 min hand-written, quality varies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evidence-grounded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closure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Manual, frequently deferred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Automatic, with RCA attached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Self-resolved conditions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tickets closed by hand later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Self-closing, marked self-healed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Duplicate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node failure → many tickets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Deduped by stable signature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Human touchpoints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 6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— approve the fix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 evidence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Inconsistent between engineers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65F4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standard RCA every time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5760720"/>
            <a:ext cx="11338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differentiator: other automation stops at “alert raised”. UC-05 also writes the RCA and closes the ticket.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Five-minute walkthrough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6766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say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AI Intelligence → Auto-Detect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“Nobody asked for this. 24 detections, 26 symptoms correlated.”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Point at CHRONIC 23 / ELIGIBLE 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“It refuses to page for things broken 10 days — the credibility guard.”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Automation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toggle + ServiceNow queue — no redeploy needed.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Break something live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fresh failure — the only thing that will ticket.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Wait one detection 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appears auto-raised with ServiceNow number + ITIL priority.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 the AI RCA on the card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Category, confidence, causal chain, real log lines.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▷ Dry-run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Preview against the live API server — nothing changed yet.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 ✅ Apply Fix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Applies → verifies → resolves → closes the ticket with the RCA.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the ticket in ServiceNow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Full RCA in close notes, MTTD/MTTA/MTTR, CAPA.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Optional: let one self-heal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Incident closes itself, marked self-healed.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&amp; rollout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881360" y="256032"/>
            <a:ext cx="1005840" cy="329184"/>
          </a:xfrm>
          <a:prstGeom prst="rect">
            <a:avLst>
              <a:gd name="adj" fmla="val 13889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310896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Setting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Configurable in UI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Detection on/off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 (read-only)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Autonomous action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OFF — deliberate interlock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assignment group (admin queue)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instance default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Chronic window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hours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Severity floor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SEV-2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Ticket rate limit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/ hour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Self-heal confirm scans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Scan interval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minutes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Env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11480" y="4572000"/>
            <a:ext cx="5577840" cy="1600200"/>
          </a:xfrm>
          <a:prstGeom prst="roundRect">
            <a:avLst>
              <a:gd name="adj" fmla="val 4000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468172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by automated harness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498348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0478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Correlation · chronic guard · recurrence semantics · name derivation · full happy path · dry-run precedes apply · failed verification escalates without closing · protected namespaces · idempotency · self-heal · live settings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72200" y="4572000"/>
            <a:ext cx="5577840" cy="160020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4681728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Requires live validation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327648" y="4983480"/>
            <a:ext cx="5303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real ServiceNow auto-raise and close against the customer instance. AI RCA depth depends on the configured LLM being reachable from the pod.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Recommended: run in shadow mode for one cycle, confirm the chronic/eligible split, then enable autonomous action.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  ·  Zero-Touch Incident Command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3063240"/>
            <a:ext cx="29260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38328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2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opens the ticket.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the RCA.</a:t>
            </a:r>
            <a:endParaRPr lang="en-US" sz="22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200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closes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920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thing a human decides is whether to apply the fix.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OpenShift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UC-05: Zero-Touch Incident Command</dc:title>
  <dc:subject>PptxGenJS Presentation</dc:subject>
  <dc:creator>TCS Agentic AI Platform</dc:creator>
  <cp:lastModifiedBy>TCS Agentic AI Platform</cp:lastModifiedBy>
  <cp:revision>1</cp:revision>
  <dcterms:created xsi:type="dcterms:W3CDTF">2026-07-27T05:54:19Z</dcterms:created>
  <dcterms:modified xsi:type="dcterms:W3CDTF">2026-07-27T05:54:19Z</dcterms:modified>
</cp:coreProperties>
</file>