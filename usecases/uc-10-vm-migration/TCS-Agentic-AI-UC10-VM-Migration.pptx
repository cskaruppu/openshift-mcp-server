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35808"/>
            <a:ext cx="12188952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813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  ·   USE CASE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810512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VMware → OpenShift Virtualization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 Migration Agent  ·  assess against the target, govern the change, measure the move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31520" y="3703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“Every other tool reads the source. This one runs inside the destination.”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Steps, four decisions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44368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44368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944368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Source-side checks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157216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57216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157216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support tiers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70064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0064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70064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VMs deleted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582912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82912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582912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tests pinning it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" y="589788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Hybrid Infrastructure  ·  Virtualization Operations  ·  Tata Consultancy Services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migration that copies every byte correctly can still be a failure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lands and never starts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 — it must fit on ONE node. A 64 GiB guest on 32 GiB workers copies perfectly, then sits Pending. After the outage.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EDD5"/>
          </a:solidFill>
          <a:ln w="15875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"Supported" is three answers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certified, supported by SUSE, or merely known to run. Flatten them and you discover the difference during a Sev-1.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Reservations vanish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tuned database with reserved memory lands as an ordinary Burstable pod. Nothing warns you; the ticket arrives three weeks later.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Half a system moves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has no concept of an application. Migrate the web tier now and the database next month — both succeed, the system is broken between them.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estimate is a vendor number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"How long is the outage?" answered from a datasheet rather than from this cluster's own storage and network.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assessment goes stale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Someone enables CBT, someone upgrades a guest, four VMs appear. The report the board approved quietly stops being true.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 assesses against the destination, not just the source — and refuses to call an unrun check a pass.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 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steps, because they are four decisions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is read-only. Strategy is chosen last — picking warm or cold before you know a VM is supported is a decision made in the dark.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inventory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· IPs · vCPU · RAM · disks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154680" y="2240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290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387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661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VM assessed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matrix · checks · capacity · drift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26480" y="2240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05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379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wave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warm or cold per machine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098280" y="2240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3726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823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726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097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· plan · approve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 · verify · roll back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🔵 Read-only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is written to vCenter. Ever.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4290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87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🔵 Assess ALL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387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ones you already picked — that is the decision the report is for.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008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105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🟣 AI advises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105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 per VM, with a reason. clampAdvice() overrules physics violations.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3726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823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🟡 CAB approves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4823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 lives on the Plan. startMigration re-reads it: an enabled button is not authorisation.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 until a Plan is created, validated, and a change request is approved — and the source VM is never deleted.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pod. It must fit on ONE node.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234440"/>
          </a:xfrm>
          <a:prstGeom prst="roundRect">
            <a:avLst>
              <a:gd name="adj" fmla="val 5926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813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64 GiB guest does not run on 32 GiB workers — however much RAM the cluster has in total.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88366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 the plan. Copies every byte correctly. Creates the VirtualMachine. It sits Pending forever — after the outage has already been spent. Nothing else in the migration toolchain catches this, because catching it needs both sides at once.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788920"/>
          <a:ext cx="1133856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400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the agent counts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nodes that are Ready, uncordoned, AND labelled kubevirt.io/schedulable=true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without virt-handler has RAM the cluster can use and a VM cannot. Counting it inflates headroom no VM can reach.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 REQUESTS, not live utilisation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at 20% usage and 95% requested has no room. Quoting the 20% costs someone an outage.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CPU overcommitted 10:1, memory not, plus virt-launcher overhead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 Virtualization's real defaults — and the panel prints the assumption rather than hiding it.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"Can never schedule" kept apart from "no room today"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needs hardware. The other needs a window. Only the first is worth blocking a plan over.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assessment tool on the market reads the source. This agent runs inside the destination.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PRE-MIGRATION REPORT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assessments, one page, one exportable document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OS support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Hat's certified list, read 2026-09-02. Three tiers: certified · vendor supported · known to run. Windows Server 2012 R2 is not "caveats" — it is not certified.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source-side checks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Snapshots · independent disks · RDM · shared disks · Fault Tolerance · vTPM · Secure Boot · passthrough devices · NIC coverage · VMware Tools. Each with its own fix.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capacity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 the wave fit, and will each machine schedule? Blocks a VM larger than every node in the cluster.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 guarantees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 vCPU assigned becomes 5.2 cores requested. Reservations, limits, shares and latency sensitivity do not survive the move.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improved, regressed, arrived or left since the last assessment. Enabling CBT reads as an improvement even when the level is unchanged.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pack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 ID, timestamp, source, target, matrix version. Printable HTML for the change board; CSV register for the engineers.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with no data is reported as unchecked — never as a pass. "15 of 15 source checks ran" is on every machine.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ACTOR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  AI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94360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 per VM, with a reason. Wave sequencing and risk.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judgement call — downtime traded against transfer complexity, weighed against what the machine does and when the window is. It never sees a manifest.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33672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16552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  Deterministic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16552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verdicts. Source checks. Capacity. Estimates. Grouping.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16552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that claims "this is true of your estate or your cluster" is measured and unit-tested. A model would paraphrase a support statement.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55864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8744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 Human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38744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Validates the report. Chooses the wave. Approves the change.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38744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irreversible acts — CAB approval and Migrate — stay human. The agent narrows the decision; it does not take it.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recommendation for a VM without changed block tracking is downgraded before it can reach a plan. Physics wins.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is the transfer engine. This is everything around it.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46888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MTV alone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External assessment tools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Guest OS vs Red Hat's certified list, with tier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Partial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Three tiers, dated, linked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Will the VM SCHEDULE on the target?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Cannot see the target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Blocks it at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Reservations lost on migration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Named per VM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to change, per machine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Concerns, no fixes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Generic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"Upgrade to Server 2022", "enable CBT"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Transfer time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Vendor figures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This cluster's history, then live bytes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for the CAB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Report ID + matrix version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since the last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Improved / regressed / added / gone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Move-together groups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Agent-based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Agentless, evidence shown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gate before data moves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Held on the Plan itself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replaces MTV. All of it is missing without the agent.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 lives in the cluster, not in the browser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Plan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validates.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546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290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Raise change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plan's own footprint,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 time and downtime.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264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 decides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· rejected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cancelled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982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3726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726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726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re-read server-side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every call.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How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Durable across restarts and operators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is written as annotations ON the Forklift Plan. Refresh the console, restart the pod, come back tomorrow — the gate is where you left it, and visible in `oc get plan -o yaml`.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 enabled button is not authorisation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startMigration re-reads the gate from the cluster on every call, whatever the browser believed.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Silence is never approval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readMigrationApproval() is pure and unit-tested. A rejection wins over any state that would otherwise read as approved.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Per-plan accuracy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wave that splits into two cold plans does not put the combined figure on both change requests.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Deletes only what the migration created. The source VMs are never deleted and can be powered back on.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MIGRATION_REQUIRE_APPROVAL=false exists, is named, and is off by default.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VALUE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 for a migration programme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baseline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With 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 100 VMs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Days of spreadsheet work, once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Minutes, repeatable, exported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"Will it run when it lands?"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Discovered after the outage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Answered before the wave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Post-migration performance surprises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ticket three weeks later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Named per VM at assessment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"Why was this moved unsupported?"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Archaeology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 ID, matrix version, tier, operator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Outage estimate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vendor number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This cluster's throughput, then live bytes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Assessment freshness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Stale in weeks, silently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report on every run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Half-migrated systems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 in production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Warned before the wave is committed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expensive part of a migration is not the transfer. It is everything nobody checked.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live, and what is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6949440"/>
                <a:gridCol w="4389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Status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Discovery incl. vSphere guestId decoding (the srvNext trap)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against 13 real guest ids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Support matrix vs Red Hat article 4234591, three tiers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read 2026-09-02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source-side checks, unchecked ≠ pass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both directions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Target capacity and single-node fit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"never" separated from "not today"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Resource fidelity, move-together groups, drift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(HTML + CSV, injection-safe)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 grouping incl. Windows/Linux split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ServiceNow change gate held on the Plan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in the lab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measured ETA with stall detection · 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Wave scheduling against blackout windows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RCA agent on a stalled transfer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Machinery exists (UC-05); auto-wiring is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unit tests pin the deterministic half. The AI half is clamped by it.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Tata Consultancy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TCS Agentic AI — VMware to OpenShift Virtualization Migration · UC-10</dc:title>
  <dc:subject>UC-10 — assess, govern and migrate a VMware estate onto OpenShift Virtualization</dc:subject>
  <dc:creator>TCS Agentic AI Platform</dc:creator>
  <cp:lastModifiedBy>TCS Agentic AI Platform</cp:lastModifiedBy>
  <cp:revision>1</cp:revision>
  <dcterms:created xsi:type="dcterms:W3CDTF">2026-09-02T13:52:24Z</dcterms:created>
  <dcterms:modified xsi:type="dcterms:W3CDTF">2026-09-02T13:52:24Z</dcterms:modified>
</cp:coreProperties>
</file>