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5564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Assurance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731520" y="239572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 →  OpenShift Virtualization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Agent  ·  assess against the target, govern the change, prove the result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other tool reads the source. This one runs inside the destination.”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Stages, end to end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Source-side checks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Post-migration checks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VMs deleted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steps of 58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Virtualization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stages — and warm and cold are different routes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last. A cold migration is down for the whole copy; a warm one only for the cutover — so they are drawn as what they are.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664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DISCOVER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55064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3200400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10128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EDE9FE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128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ANALYSE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64992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4910328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0056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0056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SELECT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74920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 + warm or cold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6620256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9984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PLAN &amp; CHANGE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84848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window · CAB</a:t>
            </a:r>
            <a:endParaRPr lang="en-US" sz="760" dirty="0"/>
          </a:p>
        </p:txBody>
      </p:sp>
      <p:sp>
        <p:nvSpPr>
          <p:cNvPr id="24" name="Text 22"/>
          <p:cNvSpPr/>
          <p:nvPr/>
        </p:nvSpPr>
        <p:spPr>
          <a:xfrm>
            <a:off x="411480" y="2807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00200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POWER OFF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55064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copy IS the outage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3200400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10128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10128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VERIFY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64992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4910328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0056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RETIRE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6620256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29984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9984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84848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cutover step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411480" y="3950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600200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00200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DISKS COPY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655064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keeps serving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3200400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310128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10128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CUTOVER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64992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downtime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4910328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020056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0056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VERIFY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074920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6620256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729984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9984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RETIRE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784848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411480" y="4937760"/>
            <a:ext cx="1133856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383280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383280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cold, clamped by rules.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199632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199632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Re-read from the cluster, not the browser.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015984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🔴 Reversible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9015984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the source VMs are deleted.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 and a change request approved — and the source VM is never deleted by this platform.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CUTOVER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outage, scheduled into the window that was approved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migration stops after the precopy on purpose. Every other tool puts a button here and lets you press it whenever — that is how a production VM goes down at 3pm on a Tuesday.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 of the change request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offers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 approved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names the CR and its state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cutover IS the outage the CAB is asked to approve.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inside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⏻ Power off &amp; cut over now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shuts down, final blocks copy, VM starts on OpenShift.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window opens later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◷ Schedule for the window opening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performs it unattended. Nobody sits up until midnight.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a chosen moment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Picker clamped to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 re-checks BOTH ends — a UI state is not authorisation.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expired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points at the change board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Extend it, or raise a new change request.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unknown / unreadable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Reported as unknown, never as open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gate that fails open is not a gate.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board moves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scheduled cutover follows 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Otherwise it fires outside the window they approved.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663440"/>
            <a:ext cx="11338560" cy="1005840"/>
          </a:xfrm>
          <a:prstGeom prst="roundRect">
            <a:avLst>
              <a:gd name="adj" fmla="val 6364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Waiting is not free — and this is invisible until it bites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50292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precopy spends ONE changed-block snapshot every hour while it waits, and a VM supports 28. A day of waiting spends most of that budget on nothing and grows the delta the cutover must copy — lengthening the very outage the window was sized for. So a warm cutover is proposed for the SAME DAY, and the change request says why.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&amp; RETIRE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'Succeeded' on a Plan describes the transfer, not the machine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reports success when it has finished copying. The questions a person actually has afterwards are different ones — and one of them costs real money if the answer is wrong.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asks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If it fails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 is running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 it up, and on which node?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Usually firmware, Secure Boot or a missing driver.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VM IS POWERED OFF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Two copies of one identity on one network, each writing to storage the other cannot see.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Power the source off NOW. Whichever machine loses is the one somebody was using.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Kept its IP address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address survive?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DNS, firewall rules, app config and monitoring need updating.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disks present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Against the count recorded on the Plan.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storage map missed a datastore — a missing filesystem.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and memory 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shape survive the copy?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Resize, unless the difference was deliberate.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not a pass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unreachable source reports 'not confirmed' and the verdict drops to INCOMPLETE. It never says 'powered off' because it failed to look.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24528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61688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Closure is on evidence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361688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passing verdict closes the change request with the results. Failed or incomplete closes nothing — that is the point of a verdict.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037576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FEE2E2"/>
          </a:solidFill>
          <a:ln w="19050">
            <a:solidFill>
              <a:srgbClr val="B91C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Retiring is a SECOND change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74736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migration was reversible; deleting the source is not. Behind a soak period, and blocked outright by an incomplete verification.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platform deletes nothing on the source platform. It raises the request; the VMware team carries it 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BY ACTOR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 steps — 43 deterministic · 11 manual · 2 AI-assisted · 2 external.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step is marked deterministic, no model was involved in producing it. Nothing is left ambiguous.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35608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35608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about the estate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cluster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73552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297680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0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 person owns,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both irreversible ones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35624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159752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59752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calls with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correct rule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97696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021824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21824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MTV, ServiceNow, or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team acting on request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7373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is for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Discover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5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Read-only. Nothing is written to the source platform.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Analyse support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12   🟡 1   🟣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VM assessed. The report is the decision record.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Select &amp; strategy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is chosen after the evidence, never before it.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 Plan &amp; change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9   🟡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Plans validate; the change request carries the document.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 Transfer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Measured live, judged against what was approved.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 Cutover  (warm only)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ONLY. The outage. Scheduled inside the approved window.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  Verify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Migrated is not working. Five checks decide which.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  Retire the source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only irreversible step, behind a soak and a second change.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  Roll back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2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Available at every stage until the source is deleted.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 is the argument: AI where judgement is required, measurement everywhere a fact exists.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AI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 A human approves.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WHAT IT IS GIVEN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VM: name, power state, disk size and count, guest OS, vCPU, memory, changed-block-tracking flag. Max 40 VMs.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sequencing: an already-computed digest with NO VM names at all.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IPs. No MACs. No credentials. No cluster access.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THE CONTRACT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system prompt defining warm and cold in operational terms, demanding JSON only, and forbidding it to invent a machine.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0 — the same fleet gets the same advice.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Untrusted text is fenced; a standing rule says fenced content is DATA, never instructions.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THE CLAMP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38744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we did not send → dropped.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without CBT → forced cold, flagged (corrected).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outcome → computed, not taken from the model.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outside the enum → replaced.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VMs it skipped → filled from rules.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Sequencing advice is appended to the findings, capped at 3. It cannot delete or reorder 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50749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the model off and the product still tells the truth — it falls back to rules and the badge reads “rule-based” instead of “AI”, rather than pretending. That is the test of an honest AI feature.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has no tools. It cannot read a secret, call the cluster, or write a manifest.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costed with AND without VDDK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Both shown, configured path marked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VDDK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biggest lever on transfer speed — shown as a number, not a link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backed by vSAN will not migrate without VDDK at all. Everywhere else it is slower and more likely to fail.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guidance is unambiguous: create the VDDK init image. The agent detects whether you have — spec.settings.vddkInitImage on the Provider, free, on a list it already reads.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VDDK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7607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7607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min downtime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2900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VDDK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9359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359359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 downtime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vSAN: will not migrate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37960" y="26517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743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speed-up is not invented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20840" y="3017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publishes NO throughput figure — only that migrating without VDDK “could result in significantly lower migration speeds”. The panel quotes that and labels the 3× default (MTV_VDDK_SPEEDUP) as this product’s assumption.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rate is in hand describes the configuration IN FORCE; the other side is derived from it, and the panel says which half was measured.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that could not be read reports “we do not know”, never “not configured”.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526280"/>
            <a:ext cx="113385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61772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Corrected while building this: warm migration does NOT require VDDK — Red Hat ties warm migration to changed block tracking. The assumption was checked against the documentation before it reached the product, rather than after it reached a customer.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“34 minutes becomes 10” argues better than a link to the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2026-09-10T13:03:46Z</dcterms:created>
  <dcterms:modified xsi:type="dcterms:W3CDTF">2026-09-10T13:03:46Z</dcterms:modified>
</cp:coreProperties>
</file>