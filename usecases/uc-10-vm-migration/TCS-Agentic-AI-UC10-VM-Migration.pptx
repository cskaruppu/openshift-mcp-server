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35808"/>
            <a:ext cx="12188952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813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  ·   USE CASE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75564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 Migration Assurance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31520" y="239572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VMware  →  OpenShift Virtualization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 Migration Agent  ·  assess against the target, govern the change, prove the result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EF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“Every other tool reads the source. This one runs inside the destination.”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10607040" cy="384048"/>
          </a:xfrm>
          <a:prstGeom prst="roundRect">
            <a:avLst>
              <a:gd name="adj" fmla="val 119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16052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  ·   VMs that ALREADY EXIST on VMware and are moving to OpenShift Virtualization.      Once landed, they are governed by UC-06, VM Lifecycle.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4681728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75488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51755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Stages, end to end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44368" y="4681728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475488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944368" y="51755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Source-side checks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57216" y="4681728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475488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157216" y="51755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Post-migration checks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70064" y="4681728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0064" y="475488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70064" y="51755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VMs deleted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582912" y="4681728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82912" y="475488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582912" y="51755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steps of 58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" y="5897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 for Hybrid Infrastructure  ·  Virtualization Operations  ·  Tata Consultancy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migration that copies every byte correctly can still be a failure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EE2E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lands and never starts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KubeVirt VM is a pod — it must fit on ONE node. A 64 GiB guest on 32 GiB workers copies perfectly, then sits Pending. After the outage.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33672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EDD5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"Supported" is three answers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16552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Hat certified, supported by SUSE, or merely known to run. Flatten them and you discover the difference during a Sev-1.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55864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Reservations vanish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38744" y="198424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tuned database with reserved memory lands as an ordinary Burstable pod. Nothing warns you; the ticket arrives three weeks later.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a system moves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4360" y="41330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MTV has no concept of an application. Migrate the web tier now and the database next month — both succeed, the system is broken between them.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33672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estimate is a vendor number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16552" y="41330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"How long is the outage?" answered from a datasheet rather than from this cluster's own storage and network.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55864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8744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assessment goes stale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38744" y="413308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Someone enables CBT, someone upgrades a guest, four VMs appear. The report the board approved quietly stops being true.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UC-10 assesses against the destination, not just the source — and refuses to call an unrun check a pass.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stages — and warm and cold are different routes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is read-only. Strategy is chosen last. A cold migration is down for the whole copy; a warm one only for the cutover — so they are drawn as what they are.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00200" y="146304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DBEAFE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1517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DISCOVER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55064" y="1810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inventory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3200400" y="1719072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10128" y="146304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EDE9FE"/>
          </a:solidFill>
          <a:ln w="22225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517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ANALYSE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64992" y="1810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matrix · checks · capacity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4910328" y="1719072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0056" y="146304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EF3C7"/>
          </a:solidFill>
          <a:ln w="22225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0056" y="1517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SELECT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74920" y="1810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wave + warm or cold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6620256" y="1719072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9984" y="146304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D1FAE5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9984" y="1517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PLAN &amp; CHANGE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84848" y="1810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 · window · CAB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411480" y="28072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00200" y="260604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EF3C7"/>
          </a:solidFill>
          <a:ln w="22225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2660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POWER OFF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55064" y="2953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copy IS the outage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3200400" y="2862072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10128" y="260604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D1FAE5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2660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VERIFY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64992" y="2953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checks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4910328" y="2862072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0056" y="260604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EE2E2"/>
          </a:solidFill>
          <a:ln w="22225">
            <a:solidFill>
              <a:srgbClr val="B9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0056" y="2660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RETIRE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74920" y="2953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change · after soak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6620256" y="2862072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29984" y="260604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9984" y="2660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84848" y="2953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cutover step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411480" y="39502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600200" y="374904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DBEAFE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00200" y="3803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DISKS COPY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655064" y="4096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keeps serving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3200400" y="4005072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310128" y="374904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EF3C7"/>
          </a:solidFill>
          <a:ln w="22225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10128" y="3803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CUTOVER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364992" y="4096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only downtime</a:t>
            </a:r>
            <a:endParaRPr lang="en-US" sz="760" dirty="0"/>
          </a:p>
        </p:txBody>
      </p:sp>
      <p:sp>
        <p:nvSpPr>
          <p:cNvPr id="48" name="Text 46"/>
          <p:cNvSpPr/>
          <p:nvPr/>
        </p:nvSpPr>
        <p:spPr>
          <a:xfrm>
            <a:off x="4910328" y="4005072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020056" y="374904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D1FAE5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803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VERIFY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74920" y="4096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checks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6620256" y="4005072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729984" y="374904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EE2E2"/>
          </a:solidFill>
          <a:ln w="22225">
            <a:solidFill>
              <a:srgbClr val="B91C1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9984" y="380390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RETIRE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784848" y="4096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change · after soak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411480" y="4937760"/>
            <a:ext cx="11338560" cy="749808"/>
          </a:xfrm>
          <a:prstGeom prst="roundRect">
            <a:avLst>
              <a:gd name="adj" fmla="val 7317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" y="50109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🔵 Read-only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66928" y="52486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is written to vCenter.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383280" y="50109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🟣 AI advises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383280" y="52486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or cold, clamped by rules.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199632" y="50109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🟡 CAB approves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199632" y="52486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Re-read from the cluster, not the browser.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015984" y="501091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 Reversible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015984" y="52486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Until the source VMs are deleted.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moves until a Plan is created, validated and a change request approved — and the source VM is never deleted by this platform.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CUTOVER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outage, scheduled into the window that was approved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warm migration stops after the precopy on purpose. Every other tool puts a button here and lets you press it whenever — that is how a production VM goes down at 3pm on a Tuesday.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385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State of the change request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the agent offers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approved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Refused — names the CR and its state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cutover IS the outage the CAB is asked to approve.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Approved, inside the window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⏻ Power off &amp; cut over now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Guest shuts down, final blocks copy, VM starts on OpenShift.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Approved, window opens later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◷ Schedule for the window opening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MTV performs it unattended. Nobody sits up until midnight.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Approved, a chosen moment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Picker clamped to the window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Server re-checks BOTH ends — a UI state is not authorisation.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Window expired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Refused — points at the change board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Extend it, or raise a new change request.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Window unknown / unreadable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Reported as unknown, never as open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gate that fails open is not a gate.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board moves the window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scheduled cutover follows it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Otherwise it fires outside the window they approved.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4663440"/>
            <a:ext cx="11338560" cy="1005840"/>
          </a:xfrm>
          <a:prstGeom prst="roundRect">
            <a:avLst>
              <a:gd name="adj" fmla="val 6364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54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Waiting is not free — and this is invisible until it bites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50292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warm precopy spends ONE changed-block snapshot every hour while it waits, and a VM supports 28. A day of waiting spends most of that budget on nothing and grows the delta the cutover must copy — lengthening the very outage the window was sized for. So a warm cutover is proposed for the SAME DAY, and the change request says why.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&amp; RETIRE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'Succeeded' on a Plan describes the transfer, not the machine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MTV reports success when it has finished copying. The questions a person actually has afterwards are different ones — and one of them costs real money if the answer is wrong.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385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4805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asks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If it fails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VM is running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Is it up, and on which node?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Usually firmware, Secure Boot or a missing driver.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 VM IS POWERED OFF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Two copies of one identity on one network, each writing to storage the other cannot see.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Power the source off NOW. Whichever machine loses is the one somebody was using.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Kept its IP address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Did the address survive?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DNS, firewall rules, app config and monitoring need updating.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disks present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Against the count recorded on the Plan.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storage map missed a datastore — a missing filesystem.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CPU and memory match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Did the shape survive the copy?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Resize, unless the difference was deliberate.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41605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2519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check with no data is not a pass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6177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unreachable source reports 'not confirmed' and the verdict drops to INCOMPLETE. It never says 'powered off' because it failed to look.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24528" y="41605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61688" y="42519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Closure is on evidence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61688" y="46177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passing verdict closes the change request with the results. Failed or incomplete closes nothing — that is the point of a verdict.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037576" y="41605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74736" y="42519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Retiring is a SECOND change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174736" y="46177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migration was reversible; deleting the source is not. Behind a soak period, and blocked outright by an incomplete verification.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deletes nothing on the source platform. It raises the request; the VMware team carries it out.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DIFFERENTIATOR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KubeVirt VM is a pod. It must fit on ONE node.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338560" cy="1234440"/>
          </a:xfrm>
          <a:prstGeom prst="roundRect">
            <a:avLst>
              <a:gd name="adj" fmla="val 5926"/>
            </a:avLst>
          </a:prstGeom>
          <a:solidFill>
            <a:srgbClr val="FEE2E2"/>
          </a:solidFill>
          <a:ln w="254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813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64 GiB guest does not run on 32 GiB workers — however much RAM the cluster has in total.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88366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MTV validates the plan. Copies every byte correctly. Creates the VirtualMachine. It sits Pending forever — after the outage has already been spent. Nothing else in the migration toolchain catches this, because catching it needs both sides at once.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88920"/>
          <a:ext cx="1133856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the agent counts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Only nodes that are Ready, uncordoned, AND labelled kubevirt.io/schedulable=true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node without virt-handler has RAM the cluster can use and a VM cannot. Counting it inflates headroom no VM can reach.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Pod REQUESTS, not live utilisation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node at 20% usage and 95% requested has no room. Quoting the 20% costs someone an outage.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CPU overcommitted 10:1, memory not, plus virt-launcher overhead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OpenShift Virtualization's real defaults — and the panel prints the assumption rather than hiding it.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"Can never schedule" kept apart from "no room today"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needs hardware. The other needs a window. Only the first is worth blocking a plan over.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assessment tool on the market reads the source. This agent runs inside the destination.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PRE-MIGRATION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assessments, one page, one exportable document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OS support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" y="1984248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Hat's certified list, read 2026-09-02. Three tiers: certified · vendor supported · known to run. Windows Server 2012 R2 is not "caveats" — it is not certified.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33672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source-side checks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16552" y="1984248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Snapshots · independent disks · RDM · shared disks · Fault Tolerance · vTPM · Secure Boot · passthrough devices · NIC coverage · VMware Tools. Each with its own fix.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55864" y="14173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EE2E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15819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capacity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38744" y="1984248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 the wave fit, and will each machine schedule? Blocks a VM larger than every node in the cluster.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guarantees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4360" y="4133088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 vCPU assigned becomes 5.2 cores requested. Reservations, limits, shares and latency sensitivity do not survive the move.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33672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Drift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16552" y="4133088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improved, regressed, arrived or left since the last assessment. Enabling CBT reads as an improvement even when the level is unchanged.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55864" y="35661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CFFAFE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8744" y="3730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pack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38744" y="4133088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ID, timestamp, source, target, matrix version. Printable HTML for the change board; CSV register for the engineers.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check with no data is reported as unchecked — never as a pass. "15 of 15 source checks ran" is on every machine.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advises. Code decides.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 AI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or cold per VM, with a reason. Wave sequencing and risk.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3246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judgement call — downtime traded against transfer complexity, weighed against what the machine does and when the window is. It never sees a manifest.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33672" y="137160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1508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  Deterministic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16552" y="1965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verdicts. Source checks. Capacity. Estimates. Grouping.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16552" y="2834640"/>
            <a:ext cx="3246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 that claims "this is true of your estate or your cluster" is measured and unit-tested. A model would paraphrase a support statement.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55864" y="137160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1508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 Human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38744" y="19659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the report. Chooses the wave. Approves the change.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38744" y="2834640"/>
            <a:ext cx="3246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irreversible acts — CAB approval and Migrate — stay human. The agent narrows the decision; it does not take it.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warm recommendation for a VM without changed block tracking is downgraded before it can reach a plan. Physics wins.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BY ACTOR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 steps — 43 deterministic · 11 manual · 2 AI-assisted · 2 external.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step is marked deterministic, no model was involved in producing it. Nothing is left ambiguous.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536192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35608" y="159105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35608" y="1865376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Facts about the estate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the cluster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73552" y="14173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1536192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297680" y="159105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1865376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a person owns,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including both irreversible ones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35624" y="14173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536192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159752" y="159105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59752" y="1865376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Judgement calls with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correct rule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97696" y="14173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CFFAFE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1536192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4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0021824" y="159105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21824" y="1865376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MTV, ServiceNow, or the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VMware team acting on request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71800"/>
          <a:ext cx="113385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17373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Stage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Steps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Actors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is for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 Discover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🔵 5   🟡 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Read-only. Nothing is written to the source platform.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 Analyse support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🔵 12   🟡 1   🟣 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 VM assessed. The report is the decision record.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 Select &amp; strategy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🔵 1   🟡 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wave is chosen after the evidence, never before it.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  Plan &amp; change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🔵 9   🟡 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Plans validate; the change request carries the document.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  Transfer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🔵 3   🟡 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Measured live, judged against what was approved.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  Cutover  (warm only)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🔵 3   🟡 1   🔗 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WARM ONLY. The outage. Scheduled inside the approved window.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  Verify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🔵 7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Migrated is not working. Five checks decide which.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  Retire the source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🔵 1   🟡 1   🔗 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only irreversible step, behind a soak and a second change.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  Roll back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🔵 2   🟡 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Available at every stage until the source is deleted.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ratio is the argument: AI where judgement is required, measurement everywhere a fact exists.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AI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advises. Code decides. A human approves.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813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WHAT IT IS GIVEN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3246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VM: name, power state, disk size and count, guest OS, vCPU, memory, changed-block-tracking flag. Max 40 VMs.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sequencing: an already-computed digest with NO VM names at all.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IPs. No MACs. No credentials. No cluster access.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33672" y="137160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4813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THE CONTRACT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16552" y="1828800"/>
            <a:ext cx="3246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system prompt defining warm and cold in operational terms, demanding JSON only, and forbidding it to invent a machine.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0 — the same fleet gets the same advice.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Untrusted text is fenced; a standing rule says fenced content is DATA, never instructions.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55864" y="137160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14813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THE CLAMP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38744" y="1828800"/>
            <a:ext cx="3246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VM we did not send → dropped.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without CBT → forced cold, flagged (corrected).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outcome → computed, not taken from the model.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outside the enum → replaced.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VMs it skipped → filled from rules.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Sequencing advice is appended to the findings, capped at 3. It cannot delete or reorder one.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5074920"/>
            <a:ext cx="1133856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the model off and the product still tells the truth — it falls back to rules and the badge reads “rule-based” instead of “AI”, rather than pretending. That is the test of an honest AI feature.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has no tools. It cannot read a secret, call the cluster, or write a manifest.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MTV is the transfer engine. This is everything around it.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385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194560"/>
                <a:gridCol w="246888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Capability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MTV alone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External assessment tools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UC-10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Guest OS vs Red Hat's certified list, with tier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Partial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Three tiers, dated, linked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Will the VM SCHEDULE on the target?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Cannot see the target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Blocks it at assessment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Reservations lost on migration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Named per VM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to change, per machine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Concerns, no fixes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Generic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"Upgrade to Server 2022", "enable CBT"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Transfer time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Vendor figures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This cluster's history, then live bytes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Evidence pack for the CAB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Report ID + matrix version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Drift since the last assessment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Improved / regressed / added / gone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Move-together groups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Agent-based mapping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Agentless, evidence shown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wave costed with AND without VDDK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Both shown, configured path marked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Approval gate before data moves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Held on the Plan itself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of this replaces MTV. All of it is missing without the agent.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VDDK CHOICE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single biggest lever on transfer speed — shown as a number, not a link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338560" cy="1051560"/>
          </a:xfrm>
          <a:prstGeom prst="roundRect">
            <a:avLst>
              <a:gd name="adj" fmla="val 6957"/>
            </a:avLst>
          </a:prstGeom>
          <a:solidFill>
            <a:srgbClr val="FEE2E2"/>
          </a:solidFill>
          <a:ln w="254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VM backed by vSAN will not migrate without VDDK at all. Everywhere else it is slower and more likely to fail.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Hat's guidance is unambiguous: create the VDDK init image. The agent detects whether you have — spec.settings.vddkInitImage on the Provider, free, on a list it already reads.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65176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VDDK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76072" y="29992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min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576072" y="35204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min downtime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29000" y="265176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EE2E2"/>
          </a:solidFill>
          <a:ln w="254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VDDK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93592" y="29992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min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3593592" y="35204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min downtime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vSAN: will not migrate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37960" y="265176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743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speed-up is not invented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20840" y="301752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Hat publishes NO throughput figure — only that migrating without VDDK “could result in significantly lower migration speeds”. The panel quotes that and labels the 3× default (MTV_VDDK_SPEEDUP) as this product’s assumption.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Whatever rate is in hand describes the configuration IN FORCE; the other side is derived from it, and the panel says which half was measured.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provider that could not be read reports “we do not know”, never “not configured”.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526280"/>
            <a:ext cx="1133856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6177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Corrected while building this: warm migration does NOT require VDDK — Red Hat ties warm migration to changed block tracking. The assumption was checked against the documentation before it reached the product, rather than after it reached a customer.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“34 minutes becomes 10” argues better than a link to the documentation.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gate lives in the cluster, not in the browser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36192"/>
            <a:ext cx="265176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Plan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80260"/>
            <a:ext cx="2651760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MTV validates.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moves.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5468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4630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536192"/>
            <a:ext cx="265176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 change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080260"/>
            <a:ext cx="2651760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plan's own footprint,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 time and downtime.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4630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536192"/>
            <a:ext cx="265176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 decides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080260"/>
            <a:ext cx="2651760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· rejected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cancelled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9828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72600" y="14630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D1FAE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1536192"/>
            <a:ext cx="265176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72600" y="2080260"/>
            <a:ext cx="2651760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re-read server-side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every call.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71800"/>
          <a:ext cx="113385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7955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Control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How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Durable across restarts and operators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Approval is written as annotations ON the Forklift Plan. Refresh the console, restart the pod, come back tomorrow — the gate is where you left it, and visible in `oc get plan -o yaml`.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 enabled button is not authorisation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startMigration re-reads the gate from the cluster on every call, whatever the browser believed.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Silence is never approval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readMigrationApproval() is pure and unit-tested. A rejection wins over any state that would otherwise read as approved.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Per-plan accuracy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wave that splits into two cold plans does not put the combined figure on both change requests.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Rollback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Deletes only what the migration created. The source VMs are never deleted and can be powered back on.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MIGRATION_REQUIRE_APPROVAL=false exists, is named, and is off by default.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changes for a migration programme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113385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 baseline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With UC-10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Assess 100 VMs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Days of spreadsheet work, once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Minutes, repeatable, exported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"Will it run when it lands?"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Discovered after the outage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Answered before the wave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Post-migration performance surprises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ticket three weeks later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Named per VM at assessment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"Why was this moved unsupported?"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Archaeology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Report ID, matrix version, tier, operator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Outage estimate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vendor number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This cluster's throughput, then live bytes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Assessment freshness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Stale in weeks, silently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Drift report on every run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Half-migrated systems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 in production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Warned before the wave is committed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expensive part of a migration is not the transfer. It is everything nobody checked.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live, and what is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25328" y="182880"/>
            <a:ext cx="1234440" cy="310896"/>
          </a:xfrm>
          <a:prstGeom prst="rect">
            <a:avLst>
              <a:gd name="adj" fmla="val 147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8128" y="51206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Agentic AI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38560" cy="914400"/>
        </p:xfrm>
        <a:graphic>
          <a:graphicData uri="http://schemas.openxmlformats.org/drawingml/2006/table">
            <a:tbl>
              <a:tblPr/>
              <a:tblGrid>
                <a:gridCol w="69494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Capability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Discovery incl. vSphere guestId decoding (the srvNext trap)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Live · unit-tested against 13 real guest ids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Support matrix vs Red Hat article 4234591, three tiers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Live · read 2026-09-02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source-side checks, unchecked ≠ pass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Live · unit-tested both directions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Target capacity and single-node fit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Live · "never" separated from "not today"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Resource fidelity, move-together groups, drift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Live · unit-tested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Evidence pack (HTML + CSV, injection-safe)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Live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Plan grouping incl. Windows/Linux split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Live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ServiceNow change gate held on the Plan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Live in the lab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measured ETA with stall detection · rollback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Live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Wave scheduling against blackout windows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🔶 Roadmap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RCA agent on a stalled transfer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🔶 Machinery exists (UC-05); auto-wiring is roadmap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230 unit tests pin the deterministic half. The AI half is clamped by 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Tata Consultancy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Agentic AI — VMware to OpenShift Virtualization Migration · UC-10</dc:title>
  <dc:subject>UC-10 — assess, govern and migrate a VMware estate onto OpenShift Virtualization</dc:subject>
  <dc:creator>TCS Agentic AI Platform</dc:creator>
  <cp:lastModifiedBy>TCS Agentic AI Platform</cp:lastModifiedBy>
  <cp:revision>1</cp:revision>
  <dcterms:created xsi:type="dcterms:W3CDTF">2026-09-11T09:01:56Z</dcterms:created>
  <dcterms:modified xsi:type="dcterms:W3CDTF">2026-09-11T09:01:56Z</dcterms:modified>
</cp:coreProperties>
</file>