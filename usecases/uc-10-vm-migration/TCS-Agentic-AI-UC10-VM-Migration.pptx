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35808"/>
            <a:ext cx="12188952" cy="411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4813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   ·   USE CASE 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1810512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VMware → OpenShift Virtualization</a:t>
            </a:r>
            <a:endParaRPr lang="en-US" sz="37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VM Migration Agent  ·  assess against the target, govern the change, measure the move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731520" y="370332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EF3C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“Every other tool reads the source. This one runs inside the destination.”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43484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454456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31520" y="500176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Steps, four decisions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944368" y="443484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44368" y="454456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2944368" y="500176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Source-side checks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157216" y="443484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57216" y="454456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157216" y="500176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 Hat support tiers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370064" y="443484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70064" y="454456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7370064" y="500176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VMs deleted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582912" y="443484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82912" y="454456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230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9582912" y="500176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Unit tests pinning it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31520" y="589788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 for Hybrid Infrastructure  ·  Virtualization Operations  ·  Tata Consultancy Services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migration that copies every byte correctly can still be a failure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EE2E2"/>
          </a:solidFill>
          <a:ln w="15875">
            <a:solidFill>
              <a:srgbClr val="B9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91C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lands and never starts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94360" y="198424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KubeVirt VM is a pod — it must fit on ONE node. A 64 GiB guest on 32 GiB workers copies perfectly, then sits Pending. After the outage.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33672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FEDD5"/>
          </a:solidFill>
          <a:ln w="15875">
            <a:solidFill>
              <a:srgbClr val="EA580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16552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58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"Supported" is three answers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416552" y="198424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 Hat certified, supported by SUSE, or merely known to run. Flatten them and you discover the difference during a Sev-1.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55864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EF3C7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38744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Reservations vanish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38744" y="198424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tuned database with reserved memory lands as an ordinary Burstable pod. Nothing warns you; the ticket arrives three weeks later.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EDE9FE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Half a system moves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94360" y="413308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MTV has no concept of an application. Migrate the web tier now and the database next month — both succeed, the system is broken between them.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233672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16552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estimate is a vendor number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416552" y="413308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"How long is the outage?" answered from a datasheet rather than from this cluster's own storage and network.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055864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1F5F9"/>
          </a:solidFill>
          <a:ln w="15875">
            <a:solidFill>
              <a:srgbClr val="64748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38744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assessment goes stale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238744" y="413308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Someone enables CBT, someone upgrades a guest, four VMs appear. The report the board approved quietly stops being true.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 assesses against the destination, not just the source — and refuses to call an unrun check a pass.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MASTER WORKFLOW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steps, because they are four decisions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is read-only. Strategy is chosen last — picking warm or cold before you know a VM is supported is a decision made in the dark.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DBEAFE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691640"/>
            <a:ext cx="411480" cy="320040"/>
          </a:xfrm>
          <a:prstGeom prst="rect">
            <a:avLst>
              <a:gd name="adj" fmla="val 142857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08483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94360" y="2395728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 inventory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OS · IPs · vCPU · RAM · disks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154680" y="22402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429000" y="160020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EDE9FE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38728" y="1691640"/>
            <a:ext cx="411480" cy="320040"/>
          </a:xfrm>
          <a:prstGeom prst="rect">
            <a:avLst>
              <a:gd name="adj" fmla="val 142857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08483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ANALYSE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566160" y="2395728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VM assessed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matrix · checks · capacity · drift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126480" y="22402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0" y="160020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EF3C7"/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10528" y="1691640"/>
            <a:ext cx="411480" cy="320040"/>
          </a:xfrm>
          <a:prstGeom prst="rect">
            <a:avLst>
              <a:gd name="adj" fmla="val 142857"/>
            </a:avLst>
          </a:prstGeom>
          <a:solidFill>
            <a:srgbClr val="D9770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00800" y="208483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SELECT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37960" y="2395728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Choose the wave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warm or cold per machine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098280" y="22402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372600" y="160020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D1FAE5"/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482328" y="1691640"/>
            <a:ext cx="411480" cy="320040"/>
          </a:xfrm>
          <a:prstGeom prst="rect">
            <a:avLst>
              <a:gd name="adj" fmla="val 142857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372600" y="208483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MIGRATE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509760" y="2395728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Estimate · plan · approve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transfer · verify · roll back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34290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3520440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🔵 Read-only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3794760"/>
            <a:ext cx="243230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is written to vCenter. Ever.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429000" y="34290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8728" y="3520440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🔵 Assess ALL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538728" y="3794760"/>
            <a:ext cx="243230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the ones you already picked — that is the decision the report is for.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400800" y="34290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10528" y="3520440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🟣 AI advises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510528" y="3794760"/>
            <a:ext cx="243230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Warm or cold per VM, with a reason. clampAdvice() overrules physics violations.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9372600" y="34290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482328" y="3520440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🟡 CAB approves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9482328" y="3794760"/>
            <a:ext cx="243230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gate lives on the Plan. startMigration re-reads it: an enabled button is not authorisation.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moves until a Plan is created, validated, and a change request is approved — and the source VM is never deleted.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DIFFERENTIATOR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KubeVirt VM is a pod. It must fit on ONE node.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1371600"/>
            <a:ext cx="11338560" cy="1234440"/>
          </a:xfrm>
          <a:prstGeom prst="roundRect">
            <a:avLst>
              <a:gd name="adj" fmla="val 5926"/>
            </a:avLst>
          </a:prstGeom>
          <a:solidFill>
            <a:srgbClr val="FEE2E2"/>
          </a:solidFill>
          <a:ln w="25400">
            <a:solidFill>
              <a:srgbClr val="B9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481328"/>
            <a:ext cx="10881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91C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64 GiB guest does not run on 32 GiB workers — however much RAM the cluster has in total.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188366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MTV validates the plan. Copies every byte correctly. Creates the VirtualMachine. It sits Pending forever — after the outage has already been spent. Nothing else in the migration toolchain catches this, because catching it needs both sides at once.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788920"/>
          <a:ext cx="1133856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6400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the agent counts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Only nodes that are Ready, uncordoned, AND labelled kubevirt.io/schedulable=true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node without virt-handler has RAM the cluster can use and a VM cannot. Counting it inflates headroom no VM can reach.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Pod REQUESTS, not live utilisation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node at 20% usage and 95% requested has no room. Quoting the 20% costs someone an outage.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CPU overcommitted 10:1, memory not, plus virt-launcher overhead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OpenShift Virtualization's real defaults — and the panel prints the assumption rather than hiding it.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"Can never schedule" kept apart from "no room today"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One needs hardware. The other needs a window. Only the first is worth blocking a plan over.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assessment tool on the market reads the source. This agent runs inside the destination.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PRE-MIGRATION REPORT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Five assessments, one page, one exportable document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Guest OS support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94360" y="1984248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 Hat's certified list, read 2026-09-02. Three tiers: certified · vendor supported · known to run. Windows Server 2012 R2 is not "caveats" — it is not certified.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33672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D1FAE5"/>
          </a:solidFill>
          <a:ln w="15875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16552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source-side checks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416552" y="1984248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Snapshots · independent disks · RDM · shared disks · Fault Tolerance · vTPM · Secure Boot · passthrough devices · NIC coverage · VMware Tools. Each with its own fix.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55864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EE2E2"/>
          </a:solidFill>
          <a:ln w="15875">
            <a:solidFill>
              <a:srgbClr val="B91C1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38744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91C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 capacity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38744" y="1984248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Will the wave fit, and will each machine schedule? Blocks a VM larger than every node in the cluster.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EF3C7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Resource guarantees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94360" y="4133088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 vCPU assigned becomes 5.2 cores requested. Reservations, limits, shares and latency sensitivity do not survive the move.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233672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EDE9FE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16552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Drift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416552" y="4133088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improved, regressed, arrived or left since the last assessment. Enabling CBT reads as an improvement even when the level is unchanged.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055864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CFFAFE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38744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pack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238744" y="4133088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Report ID, timestamp, source, target, matrix version. Printable HTML for the change board; CSV register for the engineers.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check with no data is reported as unchecked — never as a pass. "15 of 15 source checks ran" is on every machine.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ACTOR MODEL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 advises. Code decides.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1371600"/>
            <a:ext cx="3611880" cy="3840480"/>
          </a:xfrm>
          <a:prstGeom prst="roundRect">
            <a:avLst>
              <a:gd name="adj" fmla="val 2532"/>
            </a:avLst>
          </a:prstGeom>
          <a:solidFill>
            <a:srgbClr val="EDE9FE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50876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🤖  AI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94360" y="1965960"/>
            <a:ext cx="3246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Warm or cold per VM, with a reason. Wave sequencing and risk.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2834640"/>
            <a:ext cx="32461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judgement call — downtime traded against transfer complexity, weighed against what the machine does and when the window is. It never sees a manifest.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233672" y="1371600"/>
            <a:ext cx="3611880" cy="3840480"/>
          </a:xfrm>
          <a:prstGeom prst="roundRect">
            <a:avLst>
              <a:gd name="adj" fmla="val 2532"/>
            </a:avLst>
          </a:prstGeom>
          <a:solidFill>
            <a:srgbClr val="DBEAFE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16552" y="150876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⚙  Deterministic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416552" y="1965960"/>
            <a:ext cx="3246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 verdicts. Source checks. Capacity. Estimates. Grouping.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16552" y="2834640"/>
            <a:ext cx="32461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Anything that claims "this is true of your estate or your cluster" is measured and unit-tested. A model would paraphrase a support statement.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055864" y="1371600"/>
            <a:ext cx="3611880" cy="3840480"/>
          </a:xfrm>
          <a:prstGeom prst="roundRect">
            <a:avLst>
              <a:gd name="adj" fmla="val 2532"/>
            </a:avLst>
          </a:prstGeom>
          <a:solidFill>
            <a:srgbClr val="FEF3C7"/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38744" y="150876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👤  Human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238744" y="1965960"/>
            <a:ext cx="3246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Validates the report. Chooses the wave. Approves the change.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38744" y="2834640"/>
            <a:ext cx="32461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irreversible acts — CAB approval and Migrate — stay human. The agent narrows the decision; it does not take it.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warm recommendation for a VM without changed block tracking is downgraded before it can reach a plan. Physics wins.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WORKFLOW BY ACTOR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 steps. Two of them use a model.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a step is marked deterministic, no model was involved in producing it. Nothing is left ambiguous.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1417320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DBEAFE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50876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1600200" y="1572768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DETERMINISTIC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00200" y="1865376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Facts about the estate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the cluster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33672" y="1417320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FEF3C7"/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16552" y="150876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5422392" y="1572768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MANUAL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22392" y="1865376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Decisions a person owns,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including both irreversible ones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55864" y="1417320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EDE9FE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38744" y="150876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9244584" y="1572768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AI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244584" y="1865376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Judgement calls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correct rule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971800"/>
          <a:ext cx="1133856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286000"/>
                <a:gridCol w="5943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Step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Actor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happens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 Discover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🔵 Deterministic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Read-only inventory. Guest ids decoded — windows2019srvNext_64Guest is Server 2022.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  Assess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🔵 Deterministic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Certified guest list · 15 source checks · target capacity · resource fidelity · drift · fleet findings.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2.9  Method per VM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🟣 AGENTIC AI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Warm or cold, with a reason. The judgement call.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2.10  Wave sequencing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🟣 AGENTIC AI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At most 3 suggestions on top of the deterministic findings. Cannot contradict them.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2.11  Clamp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🔵 Deterministic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Physics overrules the model before anyone sees its answer.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2.13  Validate the report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🟡 Manual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operator reads it and decides whether it is true.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  Choose the wave + method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🟡 Manual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Pre-filled from the AI; every value editable.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4.1–4.5  Estimate, plan, raise CR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🔵 Deterministic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Measured from this cluster. MTV validates. Nothing moves.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4.6  Approve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🟡 Manual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CAB decides. Not automatable by design.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4.8  Migrate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🟡 Manual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human clicks. The server re-reads the gate before acting.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4.9–4.11  Transfer, verify, roll back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🔵 Deterministic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Live ETA from bytes moving. Source VMs never deleted.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8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ratio is the argument: AI where judgement is required, measurement everywhere a fact exists.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THE AI WORKS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 advises. Code decides. A human approves.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1371600"/>
            <a:ext cx="3611880" cy="3520440"/>
          </a:xfrm>
          <a:prstGeom prst="roundRect">
            <a:avLst>
              <a:gd name="adj" fmla="val 2597"/>
            </a:avLst>
          </a:prstGeom>
          <a:solidFill>
            <a:srgbClr val="DBEAFE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481328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WHAT IT IS GIVEN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94360" y="1828800"/>
            <a:ext cx="32461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VM: name, power state, disk size and count, guest OS, vCPU, memory, changed-block-tracking flag. Max 40 VMs.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sequencing: an already-computed digest with NO VM names at all.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IPs. No MACs. No credentials. No cluster access.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33672" y="1371600"/>
            <a:ext cx="3611880" cy="3520440"/>
          </a:xfrm>
          <a:prstGeom prst="roundRect">
            <a:avLst>
              <a:gd name="adj" fmla="val 2597"/>
            </a:avLst>
          </a:prstGeom>
          <a:solidFill>
            <a:srgbClr val="EDE9FE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16552" y="1481328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THE CONTRACT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416552" y="1828800"/>
            <a:ext cx="32461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system prompt defining warm and cold in operational terms, demanding JSON only, and forbidding it to invent a machine.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Temperature 0 — the same fleet gets the same advice.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Untrusted text is fenced; a standing rule says fenced content is DATA, never instructions.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55864" y="1371600"/>
            <a:ext cx="3611880" cy="3520440"/>
          </a:xfrm>
          <a:prstGeom prst="roundRect">
            <a:avLst>
              <a:gd name="adj" fmla="val 2597"/>
            </a:avLst>
          </a:prstGeom>
          <a:solidFill>
            <a:srgbClr val="D1FAE5"/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38744" y="1481328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THE CLAMP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38744" y="1828800"/>
            <a:ext cx="32461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VM we did not send → dropped.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Warm without CBT → forced cold, flagged (corrected).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outcome → computed, not taken from the model.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 outside the enum → replaced.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VMs it skipped → filled from rules.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Sequencing advice is appended to the findings, capped at 3. It cannot delete or reorder one.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" y="5074920"/>
            <a:ext cx="11338560" cy="73152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51663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Turn the model off and the product still tells the truth — it falls back to rules and the badge reads “rule-based” instead of “AI”, rather than pretending. That is the test of an honest AI feature.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 has no tools. It cannot read a secret, call the cluster, or write a manifest.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DIFFERENTIATION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MTV is the transfer engine. This is everything around it.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71600"/>
          <a:ext cx="1133856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2194560"/>
                <a:gridCol w="246888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Capability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MTV alone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External assessment tools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UC-10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Guest OS vs Red Hat's certified list, with tier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Partial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Three tiers, dated, linked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Will the VM SCHEDULE on the target?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Cannot see the target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Blocks it at assessment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Reservations lost on migration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Named per VM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to change, per machine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Concerns, no fixes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Generic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"Upgrade to Server 2022", "enable CBT"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Transfer time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Vendor figures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This cluster's history, then live bytes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Evidence pack for the CAB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Report ID + matrix version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Drift since the last assessment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Improved / regressed / added / gone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Move-together groups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Agent-based mapping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Agentless, evidence shown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Approval gate before data moves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Held on the Plan itself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None of this replaces MTV. All of it is missing without the agent.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gate lives in the cluster, not in the browser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36192"/>
            <a:ext cx="2651760" cy="678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Plan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2080260"/>
            <a:ext cx="2651760" cy="5431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MTV validates.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moves.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154680" y="19659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429000" y="146304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DE9FE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29000" y="1536192"/>
            <a:ext cx="2651760" cy="678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Raise change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29000" y="2080260"/>
            <a:ext cx="2651760" cy="5431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plan's own footprint,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transfer time and downtime.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126480" y="19659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0" y="146304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FEF3C7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1536192"/>
            <a:ext cx="2651760" cy="678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CAB decides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0" y="2080260"/>
            <a:ext cx="2651760" cy="5431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· rejected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cancelled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098280" y="19659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372600" y="146304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D1FAE5"/>
          </a:solidFill>
          <a:ln w="15875">
            <a:solidFill>
              <a:srgbClr val="05966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72600" y="1536192"/>
            <a:ext cx="2651760" cy="678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Migrate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372600" y="2080260"/>
            <a:ext cx="2651760" cy="5431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 re-read server-side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every call.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971800"/>
          <a:ext cx="113385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7955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Control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How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Durable across restarts and operators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Approval is written as annotations ON the Forklift Plan. Refresh the console, restart the pod, come back tomorrow — the gate is where you left it, and visible in `oc get plan -o yaml`.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 enabled button is not authorisation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startMigration re-reads the gate from the cluster on every call, whatever the browser believed.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Silence is never approval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readMigrationApproval() is pure and unit-tested. A rejection wins over any state that would otherwise read as approved.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Per-plan accuracy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wave that splits into two cold plans does not put the combined figure on both change requests.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Rollback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Deletes only what the migration created. The source VMs are never deleted and can be powered back on.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A58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MIGRATION_REQUIRE_APPROVAL=false exists, is named, and is off by default.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VALUE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changes for a migration programme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63040"/>
          <a:ext cx="1133856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657600"/>
                <a:gridCol w="3657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Metric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Manual baseline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With UC-10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Assess 100 VMs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Days of spreadsheet work, once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Minutes, repeatable, exported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"Will it run when it lands?"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Discovered after the outage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Answered before the wave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Post-migration performance surprises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ticket three weeks later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Named per VM at assessment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"Why was this moved unsupported?"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Archaeology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Report ID, matrix version, tier, operator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Outage estimate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vendor number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This cluster's throughput, then live bytes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Assessment freshness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Stale in weeks, silently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Drift report on every run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Half-migrated systems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Found in production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Warned before the wave is committed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expensive part of a migration is not the transfer. It is everything nobody checked.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is live, and what is roadmap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71600"/>
          <a:ext cx="11338560" cy="914400"/>
        </p:xfrm>
        <a:graphic>
          <a:graphicData uri="http://schemas.openxmlformats.org/drawingml/2006/table">
            <a:tbl>
              <a:tblPr/>
              <a:tblGrid>
                <a:gridCol w="6949440"/>
                <a:gridCol w="43891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Capability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Status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Discovery incl. vSphere guestId decoding (the srvNext trap)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 · unit-tested against 13 real guest ids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Support matrix vs Red Hat article 4234591, three tiers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 · read 2026-09-02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 source-side checks, unchecked ≠ pass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 · unit-tested both directions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Target capacity and single-node fit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 · "never" separated from "not today"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Resource fidelity, move-together groups, drift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 · unit-tested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Evidence pack (HTML + CSV, injection-safe)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Plan grouping incl. Windows/Linux split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ServiceNow change gate held on the Plan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 in the lab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Live measured ETA with stall detection · rollback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Wave scheduling against blackout windows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🔶 Roadmap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RCA agent on a stalled transfer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🔶 Machinery exists (UC-05); auto-wiring is roadmap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230 unit tests pin the deterministic half. The AI half is clamped by it.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Tata Consultancy Services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TCS Agentic AI — VMware to OpenShift Virtualization Migration · UC-10</dc:title>
  <dc:subject>UC-10 — assess, govern and migrate a VMware estate onto OpenShift Virtualization</dc:subject>
  <dc:creator>TCS Agentic AI Platform</dc:creator>
  <cp:lastModifiedBy>TCS Agentic AI Platform</cp:lastModifiedBy>
  <cp:revision>1</cp:revision>
  <dcterms:created xsi:type="dcterms:W3CDTF">2026-09-08T10:07:06Z</dcterms:created>
  <dcterms:modified xsi:type="dcterms:W3CDTF">2026-09-08T10:07:06Z</dcterms:modified>
</cp:coreProperties>
</file>