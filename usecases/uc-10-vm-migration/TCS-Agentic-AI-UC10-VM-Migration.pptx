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→ OpenShift Virtualization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measure the move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Steps, four decisions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support tiers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pinning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steps, because they are four decisions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 — picking warm or cold before you know a VM is supported is a decision made in the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· IPs · vCPU · RAM · disks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87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VM assessed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 · drift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wave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warm or cold per machine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982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726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823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726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plan · approve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· verify · roll back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 Ever.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290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87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Assess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387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ones you already picked — that is the decision the report is for.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clampAdvice() overrules physics violations.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3726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823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4823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on the Plan. startMigration re-reads it: an enabled button is not authorisation.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validated, and a change request is approved — and the source VM is never deleted.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steps. Two of them use a model.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00200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672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22392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22392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38744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44584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44584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 inventory. Guest ids decoded — windows2019srvNext_64Guest is Server 2022.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Assess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Certified guest list · 15 source checks · target capacity · resource fidelity · drift · fleet findings.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2.9  Method per VM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or cold, with a reason. The judgement call.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2.10  Wave sequencing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 most 3 suggestions on top of the deterministic findings. Cannot contradict them.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2.11  Clamp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Physics overrules the model before anyone sees its answer.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2.13  Validate the report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operator reads it and decides whether it is true.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Choose the wave + method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Pre-filled from the AI; every value editable.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4.1–4.5  Estimate, plan, raise CR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from this cluster. MTV validates. Nothing moves.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  Approve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CAB decides. Not automatable by design.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  Migrate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human clicks. The server re-reads the gate before acting.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4.9–4.11  Transfer, verify, roll back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ETA from bytes moving. Source VMs never deleted.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throughput belongs to the configuration in force — it is the WITH figure when VDDK is configured and the WITHOUT figure when it is not. The other side is derived from a named, printed ratio (default 3, MTV_VDDK_SPEEDUP),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2026-09-08T10:50:45Z</dcterms:created>
  <dcterms:modified xsi:type="dcterms:W3CDTF">2026-09-08T10:50:45Z</dcterms:modified>
</cp:coreProperties>
</file>