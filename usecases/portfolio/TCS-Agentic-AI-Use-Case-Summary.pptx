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880360"/>
            <a:ext cx="12188952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41732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FOR HYBRID INFRASTRUCTURE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755648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Case Summary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0632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Container &amp; Kubernetes Operations  ·  one slide per use case: what it is, and how it works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" y="388620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995928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31520" y="445312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cases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474720" y="388620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3995928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3474720" y="445312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agents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17920" y="388620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3995928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177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217920" y="445312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961120" y="388620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0" y="3995928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961120" y="4453128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Actor types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31520" y="5257800"/>
            <a:ext cx="10607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BD5E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 code used on every slide:   AI reasons   ·   Automatic repeats exactly   ·   Human decides   ·   Verified is proven against the cluster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31520" y="562356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use case has its own full deck, workbook and specification — this file is the map.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6144768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Tata Consultancy Services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118872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737360" y="146304"/>
            <a:ext cx="10058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AI-Powered Pod Troubleshooting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737360" y="576072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in plain language; get a diagnosis backed by live cluster evidence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11480" y="1280160"/>
            <a:ext cx="113842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engineer asks “why is my pod crashing?” in natural language. The agent gathers real evidence from the cluster — pod status, container logs, events, resource limits and exit codes — and returns a root cause with the supporting data attached, instead of a list of commands to run. The entry point for everything else in the portfolio: the same conversational surface leads to remediation, provisioning and governance.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248716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WORKFLOW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11480" y="3154680"/>
            <a:ext cx="2028139" cy="1371600"/>
          </a:xfrm>
          <a:prstGeom prst="roundRect">
            <a:avLst>
              <a:gd name="adj" fmla="val 4667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" y="3305556"/>
            <a:ext cx="1881835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Natural-language question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4632" y="3840480"/>
            <a:ext cx="1881835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Chat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439619" y="370332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50515" y="3154680"/>
            <a:ext cx="2028139" cy="1371600"/>
          </a:xfrm>
          <a:prstGeom prst="roundRect">
            <a:avLst>
              <a:gd name="adj" fmla="val 4667"/>
            </a:avLst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23667" y="3305556"/>
            <a:ext cx="1881835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Intent understood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23667" y="3840480"/>
            <a:ext cx="1881835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workload, which namespace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778654" y="370332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89550" y="3154680"/>
            <a:ext cx="2028139" cy="1371600"/>
          </a:xfrm>
          <a:prstGeom prst="roundRect">
            <a:avLst>
              <a:gd name="adj" fmla="val 4667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62702" y="3305556"/>
            <a:ext cx="1881835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gathered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62702" y="3840480"/>
            <a:ext cx="1881835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logs · events · limits · exit codes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17690" y="370332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428586" y="3154680"/>
            <a:ext cx="2028139" cy="1371600"/>
          </a:xfrm>
          <a:prstGeom prst="roundRect">
            <a:avLst>
              <a:gd name="adj" fmla="val 4667"/>
            </a:avLst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01738" y="3305556"/>
            <a:ext cx="1881835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Root cause explained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501738" y="3840480"/>
            <a:ext cx="1881835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the evidence shown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456725" y="370332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767621" y="3154680"/>
            <a:ext cx="2028139" cy="1371600"/>
          </a:xfrm>
          <a:prstGeom prst="roundRect">
            <a:avLst>
              <a:gd name="adj" fmla="val 4667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40773" y="3305556"/>
            <a:ext cx="1881835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action offered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840773" y="3840480"/>
            <a:ext cx="1881835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 · escalate · investigate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1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554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773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Automatic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697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16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840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59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120640" y="5998464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entry point to the whole platform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118872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737360" y="146304"/>
            <a:ext cx="10058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Cluster Upgrade Automation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737360" y="576072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Pre-assessment through post-verification, with ITSM in the loop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11480" y="1280160"/>
            <a:ext cx="113842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OpenShift cluster upgrades orchestrated end to end: the agent runs a pre-assessment against the live cluster, raises the change record, executes the upgrade with real-time observability, and verifies the result afterwards — rather than a human tracking a long-running operation across consoles and spreadsheets.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248716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WORKFLOW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11480" y="278892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" y="288950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Pre-assessment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" y="324612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operators · PDBs · capacity · deprecated APIs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998976" y="31089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09872" y="278892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3024" y="288950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 report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83024" y="324612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will block, and why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897368" y="31089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08264" y="278892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81416" y="288950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record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81416" y="324612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raised with plans attached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3721608"/>
            <a:ext cx="3587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1480" y="411480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" y="421538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" y="457200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gate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998976" y="443484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09872" y="411480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3024" y="421538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Upgrade executed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383024" y="457200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progress per node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897368" y="443484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08264" y="411480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81416" y="421538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Post-verification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81416" y="457200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cluster + workload health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11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554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73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Automatic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697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16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840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59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120640" y="5998464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Long-running operation, continuously narrated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118872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737360" y="146304"/>
            <a:ext cx="10058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Predictive Intelligence &amp; Anomaly Detection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737360" y="576072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Forecast the failure before it becomes an incident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11480" y="1280160"/>
            <a:ext cx="113842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Trend analysis over rolling metric windows to forecast infrastructure failures before they occur — capacity exhaustion, memory growth, certificate expiry, node pressure. The agent surfaces what is about to break and how long there is to act, converting reactive firefighting into scheduled maintenance.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248716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WORKFLOW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11480" y="3154680"/>
            <a:ext cx="2028139" cy="1371600"/>
          </a:xfrm>
          <a:prstGeom prst="roundRect">
            <a:avLst>
              <a:gd name="adj" fmla="val 4667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" y="3305556"/>
            <a:ext cx="1881835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metric scan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4632" y="3840480"/>
            <a:ext cx="1881835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rolling windows across the fleet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439619" y="370332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50515" y="3154680"/>
            <a:ext cx="2028139" cy="1371600"/>
          </a:xfrm>
          <a:prstGeom prst="roundRect">
            <a:avLst>
              <a:gd name="adj" fmla="val 4667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23667" y="3305556"/>
            <a:ext cx="1881835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Trend analysis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23667" y="3840480"/>
            <a:ext cx="1881835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growth rates · thresholds · seasonality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778654" y="370332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89550" y="3154680"/>
            <a:ext cx="2028139" cy="1371600"/>
          </a:xfrm>
          <a:prstGeom prst="roundRect">
            <a:avLst>
              <a:gd name="adj" fmla="val 4667"/>
            </a:avLst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62702" y="3305556"/>
            <a:ext cx="1881835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Prediction formed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62702" y="3840480"/>
            <a:ext cx="1881835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fails, and when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17690" y="370332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428586" y="3154680"/>
            <a:ext cx="2028139" cy="1371600"/>
          </a:xfrm>
          <a:prstGeom prst="roundRect">
            <a:avLst>
              <a:gd name="adj" fmla="val 4667"/>
            </a:avLst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01738" y="3305556"/>
            <a:ext cx="1881835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 prioritised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501738" y="3840480"/>
            <a:ext cx="1881835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× time-to-impact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456725" y="370332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767621" y="3154680"/>
            <a:ext cx="2028139" cy="1371600"/>
          </a:xfrm>
          <a:prstGeom prst="roundRect">
            <a:avLst>
              <a:gd name="adj" fmla="val 4667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840773" y="3305556"/>
            <a:ext cx="1881835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Recommendation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840773" y="3840480"/>
            <a:ext cx="1881835" cy="576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 now, or schedule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11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1554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773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Automatic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2697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16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3840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59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120640" y="5998464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Reactive firefighting → scheduled maintenance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118872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737360" y="146304"/>
            <a:ext cx="10058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Security &amp; Compliance Governance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737360" y="576072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posture assessment, not a quarterly audit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11480" y="1280160"/>
            <a:ext cx="113842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security posture assessment across the fleet: CIS benchmark evaluation, image vulnerability scanning, RBAC audit and policy enforcement — run continuously and reported per namespace, so compliance is a live number rather than a point-in-time report that ages the moment it is produced.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248716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WORKFLOW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11480" y="278892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" y="288950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" y="324612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workloads · images · roles · policies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998976" y="31089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09872" y="278892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3024" y="288950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 + CVE scanning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83024" y="324612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and vulnerability evaluation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897368" y="31089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08264" y="278892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81416" y="288950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RBAC audit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81416" y="324612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over-privilege and orphaned bindings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3721608"/>
            <a:ext cx="3587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1480" y="411480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" y="421538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Findings explained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" y="457200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matters, what to change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998976" y="443484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09872" y="411480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3024" y="421538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Remediation approved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383024" y="457200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operator decides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897368" y="443484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08264" y="411480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81416" y="421538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Posture re-verified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81416" y="457200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number moves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11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554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73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Automatic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697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16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840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59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120640" y="5998464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as a live number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118872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737360" y="146304"/>
            <a:ext cx="10058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RCA Agent — Zero-Touch Incident Command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737360" y="576072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Self-detecting · self-documenting · self-closing · self-reverting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11480" y="1280160"/>
            <a:ext cx="113842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only agent-initiated use case. It scans every two minutes against industry-standard thresholds, merges related signals into one incident, gathers real evidence and determines root cause, classifies against the ITIL priority matrix, raises and later closes the ServiceNow ticket — and verifies the fix actually held before declaring success. A person is required at exactly one point: approving the fix.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248716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WORKFLOW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11480" y="278892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" y="288950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detection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" y="324612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2 min · sustained breaches only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998976" y="31089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09872" y="278892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3024" y="288950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Signals correlated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83024" y="324612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incident, not three tickets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897368" y="31089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08264" y="278892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81416" y="288950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Root cause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81416" y="324612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logs, events, limits, exit codes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3721608"/>
            <a:ext cx="3587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1480" y="411480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" y="421538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Ticket raised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" y="457200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ITIL priority · correct queue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998976" y="443484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09872" y="411480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3024" y="421538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THE FIX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383024" y="457200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only human step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897368" y="443484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08264" y="411480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81416" y="421538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Applied + verified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81416" y="457200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rollout proven, ticket closed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11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554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73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Automatic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697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16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840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59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120640" y="5998464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Agent-initiated · one human decision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118872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737360" y="146304"/>
            <a:ext cx="10058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VM Provisioning &amp; Lifecycle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737360" y="576072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sentence in. A governed, owned, accountable virtual machine out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11480" y="1280160"/>
            <a:ext cx="113842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VM request stated in plain language in AI Chat, reconciled against the golden templates this cluster actually offers and checked against live quota — before anyone is asked to approve it. On approval the VM is provisioned with full provenance written onto the object: owner, cost centre, expiry, and why it was sized that way. Weeks later the agent reads that provenance back to right-size or reclaim it.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248716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WORKFLOW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11480" y="278892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" y="288950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Request in chat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" y="324612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plain-language sentence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998976" y="31089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09872" y="278892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3024" y="288950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Intent extracted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83024" y="324612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typed request — never the SSH key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897368" y="31089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08264" y="278892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81416" y="288950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Reconciled + pre-flight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81416" y="324612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golden size · quota · image · network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3721608"/>
            <a:ext cx="3587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1480" y="411480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" y="421538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APPROVAL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" y="457200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console or ServiceNow CAB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998976" y="443484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09872" y="411480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3024" y="421538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Provisioned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383024" y="457200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 disk · cloud-init · provenance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897368" y="443484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08264" y="411480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81416" y="421538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81416" y="457200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expiry sweep · right-sizing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11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554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73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Automatic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697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16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840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59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120640" y="5998464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autonomous — by construction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118872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737360" y="146304"/>
            <a:ext cx="10058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Document-Driven Application Deployment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737360" y="576072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requirement document IS the deployment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11480" y="1280160"/>
            <a:ext cx="113842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requirement document — Word or Markdown, uploaded or pulled straight from Git — becomes a complete, security-hardened, zero-trust application. Structured documents generate deterministically: the same commit produces the same manifests every time. The flow does not stop at “pods are green”: four verification levels run automatically and end at a URL a person can click.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248716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WORKFLOW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11480" y="278892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" y="288950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filled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" y="324612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guided placeholders · Word or Markdown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998976" y="31089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09872" y="278892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3024" y="288950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83024" y="324612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 · 64 manifests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897368" y="31089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08264" y="278892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81416" y="288950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Scan + dry-run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81416" y="324612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 · CVE · full admission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3721608"/>
            <a:ext cx="3587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1480" y="411480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" y="421538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" y="457200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gate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998976" y="443484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09872" y="411480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3024" y="421538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Applied + governed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383024" y="457200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SSA · record · change request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897368" y="443484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08264" y="411480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81416" y="421538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 to a URL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81416" y="457200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rollout · stability · wiring · access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11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554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73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Automatic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697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16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840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59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120640" y="5998464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Generation may be creative — verification never is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118872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737360" y="146304"/>
            <a:ext cx="10058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Configuration Drift Detection &amp; One-Click Rollback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737360" y="576072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what changed, in words — and put it back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11480" y="1280160"/>
            <a:ext cx="113842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watch over cluster configuration. When live state diverges from the recorded baseline, the agent explains the difference in plain language rather than as a raw diff, surfaces the decision, and offers a one-click rollback — then verifies the rollback landed and records the whole episode for audit.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248716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WORKFLOW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11480" y="278892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" y="288950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watch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" y="324612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state vs baseline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998976" y="31089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09872" y="278892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3024" y="288950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Drift detected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83024" y="324612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moved, and when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897368" y="31089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08264" y="278892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81416" y="288950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Explained in words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81416" y="324612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natural-language diff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3721608"/>
            <a:ext cx="3587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1480" y="411480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" y="421538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surface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" y="457200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it, or roll it back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998976" y="443484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09872" y="411480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3024" y="421538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Rolled back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383024" y="457200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click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897368" y="443484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08264" y="411480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81416" y="421538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F4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 + recorded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81416" y="457200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proven, then audited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11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554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73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Automatic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697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16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840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59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120640" y="5998464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episode leaves an audit trail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82880"/>
            <a:ext cx="118872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737360" y="146304"/>
            <a:ext cx="10058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Incident Response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737360" y="576072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“Why is my pod crashing?” → diagnosis, ticket, and a dry-run fix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11480" y="1280160"/>
            <a:ext cx="1138428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natural-language question triggers the full incident pipeline: the agent recognises the error pattern, diagnoses root cause from parallel cluster queries, assesses severity, creates the ServiceNow incident, and proposes a targeted fix — presented as a card with a dry-run result attached, so the operator approves an action whose effect is already known.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2487168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WORKFLOW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11480" y="278892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" y="288950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 asked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4632" y="324612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plain language, in chat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998976" y="31089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09872" y="278892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83024" y="288950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gathered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83024" y="324612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parallel cluster queries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897368" y="31089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08264" y="278892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81416" y="288950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Diagnosis + severity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81416" y="324612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 recognised, impact assessed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3721608"/>
            <a:ext cx="3587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1480" y="411480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" y="421538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0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Incident created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4632" y="457200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ServiceNow, auto-populated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998976" y="443484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09872" y="411480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EDE9FE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3024" y="421538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21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 proposed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383024" y="457200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 with dry-run result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897368" y="443484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208264" y="4114800"/>
            <a:ext cx="3587496" cy="914400"/>
          </a:xfrm>
          <a:prstGeom prst="roundRect">
            <a:avLst>
              <a:gd name="adj" fmla="val 7000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81416" y="4215384"/>
            <a:ext cx="344119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Operator approves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8281416" y="4572000"/>
            <a:ext cx="344119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effect already 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11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EDE9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0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554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73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Automatic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697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16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840480" y="6053328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59936" y="6025896"/>
            <a:ext cx="8686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Verified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5120640" y="5998464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 in, governed action out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659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 One conversational surface. Nine use cases.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278892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use case shares the same agents, the same governance, and the same rule: the AI reasons and explains — but anything claiming to be true of your cluster is measured, not generated.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37947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use case has its own deck, workbook and specification in usecases/ — this file is the map.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for Hybrid Infrastructure  ·  Container &amp; Kubernetes Operations  ·  Tata Consultancy Services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Tata Consultancy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TCS Agentic AI — Use Case Summary</dc:title>
  <dc:subject>One slide per use case: name, description and workflow</dc:subject>
  <dc:creator>TCS Agentic AI Platform</dc:creator>
  <cp:lastModifiedBy>TCS Agentic AI Platform</cp:lastModifiedBy>
  <cp:revision>1</cp:revision>
  <dcterms:created xsi:type="dcterms:W3CDTF">2026-08-25T08:16:40Z</dcterms:created>
  <dcterms:modified xsi:type="dcterms:W3CDTF">2026-08-25T08:16:40Z</dcterms:modified>
</cp:coreProperties>
</file>