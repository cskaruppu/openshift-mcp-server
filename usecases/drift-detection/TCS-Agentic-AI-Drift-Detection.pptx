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  ·  Autonomous OpenShift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46520"/>
            <a:ext cx="4050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UC-02  ·  Configuration Drift Detection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88952" cy="731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Drift Detection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One-Click Rollback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 for OpenShift — drift caught in seconds, reverted in one click.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AIOps</a:t>
            </a:r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 Governance</a:t>
            </a:r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Remediation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Out-of-band changes break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outages are change-related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workloads — manual tracking can't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unsanctioned changes are noticed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hurts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hotfixes, rogue automation, and direct kubectl edits bypass GitOps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is undocumented and nearly invisible across a large fleet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time someone notices, the blast radius is large and the root cause is buried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tools only ALERT — a human still has to investigate and fix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agent that watches, explains &amp; reverts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proactive background agent diffs every workload's live spec against a captured known-good baseline. The moment drift appears outside GitOps, the AI flags it, explains exactly what changed in plain English, and offers a safe one-click rollback on the live cluster.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Detect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every 1–5 min, live spec vs baseline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6517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Explain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turns spec diffs into plain-English 'what &amp; when'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6517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Revert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→ strategic-merge patch + rolling restart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26517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6517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A237E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Audit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3383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drift &amp; rollback logged for 90 days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Human-in-the-loop: the AI surfaces and proposes — a human approves; the AI executes.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by step — and who does each 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399032"/>
            <a:ext cx="274320" cy="219456"/>
          </a:xfrm>
          <a:prstGeom prst="roundRect">
            <a:avLst>
              <a:gd name="adj" fmla="val 12500"/>
            </a:avLst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1810512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399032"/>
            <a:ext cx="274320" cy="219456"/>
          </a:xfrm>
          <a:prstGeom prst="roundRect">
            <a:avLst>
              <a:gd name="adj" fmla="val 12500"/>
            </a:avLst>
          </a:prstGeom>
          <a:solidFill>
            <a:srgbClr val="0D47A1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399032"/>
            <a:ext cx="274320" cy="219456"/>
          </a:xfrm>
          <a:prstGeom prst="roundRect">
            <a:avLst>
              <a:gd name="adj" fmla="val 12500"/>
            </a:avLst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7114032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1F0FF"/>
          </a:solidFill>
          <a:ln w="22225">
            <a:solidFill>
              <a:srgbClr val="0D4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075688"/>
            <a:ext cx="457200" cy="45720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2624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records known-good spec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91640" y="308152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D47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308152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1965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0F2F1"/>
          </a:solidFill>
          <a:ln w="22225">
            <a:solidFill>
              <a:srgbClr val="006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2075688"/>
            <a:ext cx="457200" cy="457200"/>
          </a:xfrm>
          <a:prstGeom prst="oval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88620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2624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Re-scan every 1–5 min vs baseline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08152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08152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965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0F2F1"/>
          </a:solidFill>
          <a:ln w="22225">
            <a:solidFill>
              <a:srgbClr val="006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2075688"/>
            <a:ext cx="457200" cy="457200"/>
          </a:xfrm>
          <a:prstGeom prst="oval">
            <a:avLst/>
          </a:prstGeom>
          <a:solidFill>
            <a:srgbClr val="006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67512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72200" y="2624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Out-of-GitOps change flagged + rated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69480" y="308152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308152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23960" y="1965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0F2F1"/>
          </a:solidFill>
          <a:ln w="22225">
            <a:solidFill>
              <a:srgbClr val="006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33688" y="2075688"/>
            <a:ext cx="457200" cy="457200"/>
          </a:xfrm>
          <a:prstGeom prst="oval">
            <a:avLst/>
          </a:prstGeom>
          <a:solidFill>
            <a:srgbClr val="00695C"/>
          </a:solidFill>
          <a:ln/>
        </p:spPr>
      </p:sp>
      <p:sp>
        <p:nvSpPr>
          <p:cNvPr id="35" name="Text 33"/>
          <p:cNvSpPr/>
          <p:nvPr/>
        </p:nvSpPr>
        <p:spPr>
          <a:xfrm>
            <a:off x="893368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464040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61120" y="2624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AI: old vs new value, field &amp; 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58400" y="308152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0695C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0" y="308152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823960" y="4160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3E0"/>
          </a:solidFill>
          <a:ln w="22225">
            <a:solidFill>
              <a:srgbClr val="E651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33688" y="4270248"/>
            <a:ext cx="457200" cy="457200"/>
          </a:xfrm>
          <a:prstGeom prst="oval">
            <a:avLst/>
          </a:prstGeom>
          <a:solidFill>
            <a:srgbClr val="E65100"/>
          </a:solidFill>
          <a:ln/>
        </p:spPr>
      </p:sp>
      <p:sp>
        <p:nvSpPr>
          <p:cNvPr id="42" name="Text 40"/>
          <p:cNvSpPr/>
          <p:nvPr/>
        </p:nvSpPr>
        <p:spPr>
          <a:xfrm>
            <a:off x="893368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46404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961120" y="4818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sees the change &amp; options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058400" y="527608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E65100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0" y="5276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Intervention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4160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3E0"/>
          </a:solidFill>
          <a:ln w="22225">
            <a:solidFill>
              <a:srgbClr val="E651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44768" y="4270248"/>
            <a:ext cx="457200" cy="457200"/>
          </a:xfrm>
          <a:prstGeom prst="oval">
            <a:avLst/>
          </a:prstGeom>
          <a:solidFill>
            <a:srgbClr val="E65100"/>
          </a:solidFill>
          <a:ln/>
        </p:spPr>
      </p:sp>
      <p:sp>
        <p:nvSpPr>
          <p:cNvPr id="49" name="Text 47"/>
          <p:cNvSpPr/>
          <p:nvPr/>
        </p:nvSpPr>
        <p:spPr>
          <a:xfrm>
            <a:off x="614476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67512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172200" y="4818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click: 'Dismiss &amp; Rollback'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269480" y="527608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E65100"/>
          </a:solidFill>
          <a:ln/>
        </p:spPr>
      </p:sp>
      <p:sp>
        <p:nvSpPr>
          <p:cNvPr id="53" name="Text 51"/>
          <p:cNvSpPr/>
          <p:nvPr/>
        </p:nvSpPr>
        <p:spPr>
          <a:xfrm>
            <a:off x="7269480" y="5276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Intervention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46120" y="4160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1F0FF"/>
          </a:solidFill>
          <a:ln w="22225">
            <a:solidFill>
              <a:srgbClr val="0D47A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55848" y="4270248"/>
            <a:ext cx="457200" cy="45720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56" name="Text 54"/>
          <p:cNvSpPr/>
          <p:nvPr/>
        </p:nvSpPr>
        <p:spPr>
          <a:xfrm>
            <a:off x="335584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388620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+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3383280" y="4818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Strategic-merge patch, rolling restart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480560" y="527608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D47A1"/>
          </a:solidFill>
          <a:ln/>
        </p:spPr>
      </p:sp>
      <p:sp>
        <p:nvSpPr>
          <p:cNvPr id="60" name="Text 58"/>
          <p:cNvSpPr/>
          <p:nvPr/>
        </p:nvSpPr>
        <p:spPr>
          <a:xfrm>
            <a:off x="4480560" y="5276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4160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1F0FF"/>
          </a:solidFill>
          <a:ln w="22225">
            <a:solidFill>
              <a:srgbClr val="0D47A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6928" y="4270248"/>
            <a:ext cx="457200" cy="45720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63" name="Text 61"/>
          <p:cNvSpPr/>
          <p:nvPr/>
        </p:nvSpPr>
        <p:spPr>
          <a:xfrm>
            <a:off x="56692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1097280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&amp;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594360" y="4818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confirmed, logged 90 days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691640" y="5276088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0D47A1"/>
          </a:solidFill>
          <a:ln/>
        </p:spPr>
      </p:sp>
      <p:sp>
        <p:nvSpPr>
          <p:cNvPr id="67" name="Text 65"/>
          <p:cNvSpPr/>
          <p:nvPr/>
        </p:nvSpPr>
        <p:spPr>
          <a:xfrm>
            <a:off x="1691640" y="5276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926080" y="2674620"/>
            <a:ext cx="320040" cy="0"/>
          </a:xfrm>
          <a:prstGeom prst="line">
            <a:avLst/>
          </a:prstGeom>
          <a:noFill/>
          <a:ln w="31750">
            <a:solidFill>
              <a:srgbClr val="0D47A1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715000" y="2674620"/>
            <a:ext cx="320040" cy="0"/>
          </a:xfrm>
          <a:prstGeom prst="line">
            <a:avLst/>
          </a:prstGeom>
          <a:noFill/>
          <a:ln w="31750">
            <a:solidFill>
              <a:srgbClr val="0D47A1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503920" y="2674620"/>
            <a:ext cx="320040" cy="0"/>
          </a:xfrm>
          <a:prstGeom prst="line">
            <a:avLst/>
          </a:prstGeom>
          <a:noFill/>
          <a:ln w="31750">
            <a:solidFill>
              <a:srgbClr val="0D47A1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058400" y="3383280"/>
            <a:ext cx="0" cy="77724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8503920" y="4869180"/>
            <a:ext cx="320040" cy="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  <a:headEnd type="triangle"/>
          </a:ln>
        </p:spPr>
      </p:sp>
      <p:sp>
        <p:nvSpPr>
          <p:cNvPr id="73" name="Shape 71"/>
          <p:cNvSpPr/>
          <p:nvPr/>
        </p:nvSpPr>
        <p:spPr>
          <a:xfrm>
            <a:off x="5715000" y="4869180"/>
            <a:ext cx="320040" cy="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  <a:headEnd type="triangle"/>
          </a:ln>
        </p:spPr>
      </p:sp>
      <p:sp>
        <p:nvSpPr>
          <p:cNvPr id="74" name="Shape 72"/>
          <p:cNvSpPr/>
          <p:nvPr/>
        </p:nvSpPr>
        <p:spPr>
          <a:xfrm>
            <a:off x="2926080" y="4869180"/>
            <a:ext cx="320040" cy="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  <a:headEnd type="triangle"/>
          </a:ln>
        </p:spPr>
      </p:sp>
      <p:sp>
        <p:nvSpPr>
          <p:cNvPr id="75" name="Text 7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runs steps 2–4 autonomously  →  you approve at steps 5–6  →  the system executes &amp; verifies steps 7–8.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WHAT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 of work: AI · Automated · User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— no human polling or diffing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600200"/>
            <a:ext cx="8732520" cy="1371600"/>
          </a:xfrm>
          <a:prstGeom prst="roundRect">
            <a:avLst>
              <a:gd name="adj" fmla="val 5333"/>
            </a:avLst>
          </a:prstGeom>
          <a:solidFill>
            <a:srgbClr val="E0F2F1"/>
          </a:solidFill>
          <a:ln w="15875">
            <a:solidFill>
              <a:srgbClr val="0069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7452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Continuous Watch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87452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Drift Detected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187452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874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Explain Change (LLM)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Intervention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manual touch-points — governance &amp; approval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0360" y="3154680"/>
            <a:ext cx="8732520" cy="1371600"/>
          </a:xfrm>
          <a:prstGeom prst="roundRect">
            <a:avLst>
              <a:gd name="adj" fmla="val 5333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429000"/>
            <a:ext cx="39547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42900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Review &amp; Decide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00900" y="3429000"/>
            <a:ext cx="39547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6620" y="3429000"/>
            <a:ext cx="38633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Approve Rollback (1 click)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0D47A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46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53675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&amp; records — zero scripting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80360" y="4709160"/>
            <a:ext cx="8732520" cy="1371600"/>
          </a:xfrm>
          <a:prstGeom prst="roundRect">
            <a:avLst>
              <a:gd name="adj" fmla="val 5333"/>
            </a:avLst>
          </a:prstGeom>
          <a:solidFill>
            <a:srgbClr val="E1F0FF"/>
          </a:solidFill>
          <a:ln w="15875">
            <a:solidFill>
              <a:srgbClr val="0D47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4983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4983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Baseline Capture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4983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4983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Patch + Rolling Restart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0" y="498348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4983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Verify &amp; Audit Log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of 8 steps are fully autonomous. The user touches just 2 — review &amp; one-click approval.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SRE vs AI Agent — per drift event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1188720"/>
                <a:gridCol w="3566160"/>
                <a:gridCol w="731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(Traditional SRE)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Agent (TCS Agentic AI)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 drift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for alert / failed deploy / complaint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30m–4h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Background agent flags it next scan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1–5m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Identify change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oc get -o yaml, diff vs Git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15–30m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shows old-vs-new diff in English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 when / who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 through audit logs &amp; CI history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20–45m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Generation + timestamp on the card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 &amp; decide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Escalate, discuss, weigh options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30–60m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pre-classifies risk &amp; recommends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 rollback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Hand-craft patch, verify, restart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15–40m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click — patch + rolling restart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10–30s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 &amp; document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Re-check health, write incident note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30–50m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counters + auto audit entry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C6282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44068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TOTAL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~2.5 – 7 hours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544068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544068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TOTAL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1 minute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90-second walkthrough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5943600"/>
                <a:gridCol w="731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Screen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Talk Track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— App Changes widget, all clear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"This is a live OpenShift cluster — real pods, real deployments, with our drift sensor watching."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drift (change image via CLI off-camera)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"An engineer hotfixes a deployment directly — bypassing GitOps. Watch what happens."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Widget flags drift in real time (red counter)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"Within seconds the AI caught it — no alert rule, no human watching."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Expand change — old vs new spec, field, time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"It tells me exactly what changed, in plain English, and when."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 'Dismiss &amp; Rollback'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"This wasn't approved. One click — and the AI reverts the live cluster."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Card → 'DISMISSED — ROLLED BACK', pods healthy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"Done. Full spec restored, pods healthy, logged for audit. That's self-healing infrastructure."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pre-stage the drift command so the change appears the instant you switch back — the 'caught in seconds' moment lands hard.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judges' takeaways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19202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not slideware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demonstrated against a REAL cluster — drift appears and is reverted in under a minute.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109728" cy="1920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loop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tools only alert. This one explains the drift in plain English AND remediates it with one click.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0480"/>
            <a:ext cx="109728" cy="1920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Tackles GitOps governance, change management &amp; audit compliance — top concerns for regulated buyers.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109728" cy="1920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autonomy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4526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proposes, human approves, AI executes — the trust model large orgs actually require.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configuration chaos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self-healing, audit-ready infrastructure.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4023360"/>
            <a:ext cx="320040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 — the autonomous SRE for OpenShift.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Drift Detection &amp; One-Click Rollback</dc:title>
  <dc:subject>PptxGenJS Presentation</dc:subject>
  <dc:creator>TCS Agentic AI Platform</dc:creator>
  <cp:lastModifiedBy>TCS Agentic AI Platform</cp:lastModifiedBy>
  <cp:revision>1</cp:revision>
  <dcterms:created xsi:type="dcterms:W3CDTF">2026-06-29T13:12:27Z</dcterms:created>
  <dcterms:modified xsi:type="dcterms:W3CDTF">2026-06-29T13:12:27Z</dcterms:modified>
</cp:coreProperties>
</file>