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35808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813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  ·   USE CASE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10512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Zero-Touch Incident Command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78608"/>
            <a:ext cx="1097280" cy="292608"/>
          </a:xfrm>
          <a:prstGeom prst="rect">
            <a:avLst>
              <a:gd name="adj" fmla="val 15625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25786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short name for demos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Self-detecting · Self-documenting · Self-closing · Self-reverting incident lifecycle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“Nobody opens the ticket.  Nobody writes the RCA.  Nobody closes it.”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touchpoint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44368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44368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triggers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57216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57216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thresholds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70064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70064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370064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states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82912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2912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582912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RCA formats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5897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for OpenShift  ·  Autonomous ITSM / AIOps  ·  Tata Consultancy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incident effort is administration, not engineering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Humans are the trigger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happens until an SRE notices. Detection latency is human latency.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33672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EDD5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RCAs are hand-written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16552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20–60 minutes of typing per incident — and quality varies by who was on call.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55864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the ticket is toil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38744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administration. Teams spend hours a week closing tickets nobody disputes.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Self-resolved = stale tickets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4360" y="41330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 that fix themselves still need a human to notice and close.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33672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Duplicates everywhere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16552" y="41330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node failure becomes twenty tickets. Correlation is manual.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55864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8744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gaps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38744" y="41330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rarely captured consistently; auditors find holes.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58978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UC-01 answers when a human asks.  UC-05 has no human trigger at all — and closes its own tickets.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— AI, automatic, or manual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explains. Deterministic code acts. A human decides. Claiming “AI does everything” would be inaccurate and less reassuring.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727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 AI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1600200"/>
            <a:ext cx="960120" cy="274320"/>
          </a:xfrm>
          <a:prstGeom prst="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step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1993392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reasoning over gathered evidence — the root-cause narrative, category, 5-Whys, contributing factors and preventive actions.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33672" y="14630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15727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 AUTOMATIC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48272" y="1600200"/>
            <a:ext cx="960120" cy="274320"/>
          </a:xfrm>
          <a:prstGeom prst="rect">
            <a:avLst>
              <a:gd name="adj" fmla="val 13333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steps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16552" y="1993392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code. No AI, no human. Detection, correlation, ticketing, fix planning, dry-run, apply, verify, close, ledger.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55864" y="14630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8744" y="15727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 MANUAL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70464" y="1600200"/>
            <a:ext cx="960120" cy="274320"/>
          </a:xfrm>
          <a:prstGeom prst="rect">
            <a:avLst>
              <a:gd name="adj" fmla="val 13333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decision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38744" y="1993392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a person. Approving the fix — plus optional revert, threshold tuning and owning an escalation.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456432"/>
            <a:ext cx="11338560" cy="731520"/>
          </a:xfrm>
          <a:prstGeom prst="roundRect">
            <a:avLst>
              <a:gd name="adj" fmla="val 8750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456432"/>
            <a:ext cx="11027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remediation command is chosen by deterministic rules, NOT by the AI. A language model writes the explanation; a fixed table decides what runs against the cluster — so the AI can be wrong about “why” without ever being able to run the wrong command.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4343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lifecycle, coloured by actor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11480" y="4681728"/>
            <a:ext cx="877824" cy="91440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754880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5029200"/>
            <a:ext cx="877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362456" y="4681728"/>
            <a:ext cx="877824" cy="91440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62456" y="4754880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62456" y="5029200"/>
            <a:ext cx="877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13432" y="4681728"/>
            <a:ext cx="877824" cy="91440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13432" y="4754880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13432" y="5029200"/>
            <a:ext cx="877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64408" y="4681728"/>
            <a:ext cx="877824" cy="914400"/>
          </a:xfrm>
          <a:prstGeom prst="roundRect">
            <a:avLst>
              <a:gd name="adj" fmla="val 6250"/>
            </a:avLst>
          </a:prstGeom>
          <a:solidFill>
            <a:srgbClr val="EDE9FE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4754880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64408" y="5029200"/>
            <a:ext cx="877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15384" y="4681728"/>
            <a:ext cx="877824" cy="91440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15384" y="4754880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215384" y="5029200"/>
            <a:ext cx="877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166360" y="4681728"/>
            <a:ext cx="877824" cy="91440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754880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66360" y="5029200"/>
            <a:ext cx="877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fix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17336" y="4681728"/>
            <a:ext cx="877824" cy="91440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17336" y="4754880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117336" y="5029200"/>
            <a:ext cx="877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Dry-run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068312" y="4681728"/>
            <a:ext cx="877824" cy="91440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68312" y="4754880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068312" y="5029200"/>
            <a:ext cx="877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019288" y="4681728"/>
            <a:ext cx="877824" cy="91440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19288" y="4754880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019288" y="5029200"/>
            <a:ext cx="877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970264" y="4681728"/>
            <a:ext cx="877824" cy="91440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70264" y="4754880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970264" y="5029200"/>
            <a:ext cx="877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921240" y="4681728"/>
            <a:ext cx="877824" cy="91440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21240" y="4754880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921240" y="5029200"/>
            <a:ext cx="877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Close+RCA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0872216" y="4681728"/>
            <a:ext cx="877824" cy="91440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872216" y="4754880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0872216" y="5029200"/>
            <a:ext cx="877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Ledger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11480" y="58064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automatic  ·  1 AI  ·  1 required human decision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11480" y="614476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 paths (no safe fix, verification failure) hand back to a human with the RCA and ticket already prepared.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flow — one human gate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= automatic · purple = the single AI step · amber = the human.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916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Detect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thresholds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dwell time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48256" y="19385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22576" y="160020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16916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Correlate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22576" y="2057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signals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1 incident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59352" y="19385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33672" y="160020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16916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AI RCA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33672" y="2057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narrative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70448" y="19385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44768" y="160020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16916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Raise INC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44768" y="2057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 if one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already open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81544" y="19385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55864" y="160020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5864" y="16916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Plan fix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55864" y="2057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guardrails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92640" y="19385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66960" y="160020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0" y="16916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Dry-run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966960" y="2057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?dryRun=All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283464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83464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 APPROVE OR REJECT — THE ONLY HUMAN GATE  👤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2286000" y="39319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4023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Apply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86000" y="4389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 first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32504" y="427024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97680" y="39319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4023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Verify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97680" y="4389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poll health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44184" y="427024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09360" y="39319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4023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Attach RCA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4389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+ PDF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55864" y="427024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21040" y="39319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1040" y="4023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Close + ledger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21040" y="4389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RCA in notes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inverse stored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1480" y="512064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51206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Self-healed → auto-closed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233672" y="512064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33672" y="51206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No safe fix → escalated (RCA ready)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055864" y="512064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55864" y="51206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Not verified → rolled back, ticket OPEN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11480" y="585216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before the gate is autonomous. Everything after the gate is autonomous.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/ AFTER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human touchpoints become 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TODAY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373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SRE notices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35915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591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Open ticket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980944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8094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Investigate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602736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027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Write RCA by hand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4224528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2245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Apply fix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484632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8463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Verify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546811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54681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Close ticket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56832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UC-05 ZERO-TOUCH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56832" y="17373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17373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Auto-detected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56832" y="235915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23591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Auto-ticketed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56832" y="2980944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298094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AI RCA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56832" y="3602736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36027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APPROVE ✋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56832" y="4224528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42245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Auto-applied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56832" y="484632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48463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Auto-verified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56832" y="546811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54681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Auto-closed + RCA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656832" y="6080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step 4 needs a person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Industry-standard thresholds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Defaults come from kubernetes-mixin / kube-prometheus — the rules OpenShift already ships. Dwell time = the `for:` clause.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00200"/>
          <a:ext cx="11338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146304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Rule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Dwell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Severity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Industry standard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crashLoop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KubePodCrashLooping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oomKilled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 event (30m window)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container OOMKilled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zeroReady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KubeDeploymentReplicasMismatch (0 ready)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replicaMismatch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KubeDeploymentReplicasMismatch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podNotReady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KubePodNotReady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podPending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KubePodNotScheduled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imagePull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KubeContainerWaiting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nodeNotReady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KubeNodeNotReady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nodePressure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KubeNodeMemory/DiskPressure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operatorDegraded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ClusterOperatorDegraded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pvcPending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KubePersistentVolumeClaimPending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pvcFilling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&lt;10% free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KubePersistentVolumeFillingUp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IT'S SAFE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Noise control — what makes autonomy credible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these, enabling auto-ticketing on a real cluster creates a storm on the first scan.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72768"/>
          <a:ext cx="113385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49224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Guard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Purpose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Default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Dwell time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Ignore transient blips and normal rolling deploys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 rule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Causal merge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 signal on one workload → ONE incident; root cause chosen by precedence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always 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Node cascade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NotReady node taking N pods with it = 1 incident, not N+1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always 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Chronic guard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Already broken &gt;24h when first seen → Problem candidate, not an Incident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 hours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Activity override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…UNLESS it is still actively restarting — then it is a live incident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Severity floor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Only this severity or worse is auto-ticketed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SEV-2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Rate limit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Rolling ceiling on tickets per hour + circuit breaker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/ hour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Workload signature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Stable across rollouts AND across a changing mix of firing signals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always 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ServiceNow dedup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Reuse an existing open ticket via correlation_id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always 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Recurrence gap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“Recurring” = cleared then returned, not “polled again”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 min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Escalation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3+ recurrences → severity +1, flagged for immediate attention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Protected namespaces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openshift-*, kube-*, default never auto-remediated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always 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557784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650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on the live lab cluster:  26 raw symptoms  →  24 correlated detections  →  23 chronic (Problem candidates)  →  1 auto-ticket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599846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ticket was the genuinely new failure. That is the guard set doing its job.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NUMBERS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guards actually filter 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on the live lab cluster — this is the most persuasive slide in the deck.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3108960" cy="1920240"/>
          </a:xfrm>
          <a:prstGeom prst="roundRect">
            <a:avLst>
              <a:gd name="adj" fmla="val 4762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SYMPTOMS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999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threshold breach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 on the cluster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77640" y="2514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3108960" cy="1920240"/>
          </a:xfrm>
          <a:prstGeom prst="roundRect">
            <a:avLst>
              <a:gd name="adj" fmla="val 4762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874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466344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999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correlation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causal merge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18120" y="2514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503920" y="1737360"/>
            <a:ext cx="3108960" cy="1920240"/>
          </a:xfrm>
          <a:prstGeom prst="roundRect">
            <a:avLst>
              <a:gd name="adj" fmla="val 4762"/>
            </a:avLst>
          </a:prstGeom>
          <a:solidFill>
            <a:srgbClr val="D1FAE5"/>
          </a:solidFill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1874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850392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AUTO-TICKET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2999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chronic guard,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 floor, rate limit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9776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+ causal merge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6072" y="43891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signal on one workload becomes ONE incident. A NotReady node taking 20 pods with it is 1 ticket, not 21.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33672" y="39776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98264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Chronic guard — 23 filtered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98264" y="43891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Already broken &gt;24h when first seen → a Problem candidate, not a new Incident. Nobody gets paged for a 10-day-old failure.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55864" y="39776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0456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 floor + rate limit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20456" y="43891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SEV-2 or worse only, max 10 tickets/hour with a circuit breaker.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5532120"/>
            <a:ext cx="11338560" cy="731520"/>
          </a:xfrm>
          <a:prstGeom prst="roundRect">
            <a:avLst>
              <a:gd name="adj" fmla="val 8750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these guards this cluster would have opened 24 tickets on the first scan. The one that survived was the genuinely new failure — that restraint IS the product.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FAULT = ONE TICKET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layers of duplicate prevention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deliberately asymmetric handling of tickets we did not raise.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11338560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8288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6824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Causal merge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700784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workload that is OOMKilled AND crash-looping AND at 0/1 replicas is ONE incident. Root cause chosen by precedence (OOM explains the crash loop), the rest folded in as symptoms.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724912"/>
            <a:ext cx="11338560" cy="1051560"/>
          </a:xfrm>
          <a:prstGeom prst="roundRect">
            <a:avLst>
              <a:gd name="adj" fmla="val 6957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299923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8529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Workload signature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2871216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dedup key is the workload, not the rule — so the signature survives rollouts AND a changing mix of firing signals. No second ticket when the OOM window lapses.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895344"/>
            <a:ext cx="11338560" cy="1051560"/>
          </a:xfrm>
          <a:prstGeom prst="roundRect">
            <a:avLst>
              <a:gd name="adj" fmla="val 6957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4169664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 correlation_id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0" y="4041648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creating, we query ServiceNow for an open incident with the same correlation_id and ATTACH to it. Holds even if our own state was lost to a pod restart.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5166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duplicates already exist: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1480" y="5486400"/>
            <a:ext cx="5577840" cy="868680"/>
          </a:xfrm>
          <a:prstGeom prst="roundRect">
            <a:avLst>
              <a:gd name="adj" fmla="val 7368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55595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Tickets WE raised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6072" y="583387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as children of the primary, then closed as Duplicate pointing at it (opt-in setting).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53912" y="5486400"/>
            <a:ext cx="5577840" cy="868680"/>
          </a:xfrm>
          <a:prstGeom prst="roundRect">
            <a:avLst>
              <a:gd name="adj" fmla="val 7368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55595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Tickets a HUMAN raised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18504" y="583387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and work-noted “review and close” — but NEVER closed automatically. They may hold context we would destroy.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ROOT-CAUSE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Evidence-grounded, not a label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and events are fenced as untrusted data — prompt-injection safe.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4592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logs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(incl. previous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terminated instance)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06624" y="164592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164592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Warning events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the object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01768" y="164592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64592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limits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requests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96912" y="164592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912" y="164592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Restart counts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exit codes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592056" y="164592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92056" y="164592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Known-error KB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6060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 fed to the LLM  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971800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718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cause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68880" y="297180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precise sentence citing the evidence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53912" y="2971800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29718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+ confidence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11312" y="297180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Exhaustion / App Bug / … · high|medium|low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538728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5387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analysis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468880" y="353872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 sentences explaining WHY, referencing log lines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53912" y="3538728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35387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5-Whys causal chain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11312" y="353872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 → … → Root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4105656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10565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Contributing factors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68880" y="410565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made it possible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53912" y="4105656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410565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assessment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11312" y="410565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Who/what is affected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672584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67258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Investigation steps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468880" y="4672584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confirm if it recurs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53912" y="4672584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467258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Preventive actions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11312" y="4672584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 to stop recurrence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1480" y="553212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Bounded: 35s AI / 20s evidence soft timeout. If the LLM is slow or absent the RCA still renders from the deterministic engine — and says so.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RCA document — ITIL 4 · Google SRE · NIST SP 800-61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three ways, so it reaches the ticket, the browser and the archive.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63040"/>
            <a:ext cx="36118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 text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1760220"/>
            <a:ext cx="3611880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 close_notes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GUARANTEED record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33672" y="137160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1463040"/>
            <a:ext cx="36118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33672" y="1760220"/>
            <a:ext cx="3611880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Attached to the incident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View RCA in console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55864" y="137160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55864" y="1463040"/>
            <a:ext cx="36118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55864" y="1760220"/>
            <a:ext cx="3611880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Attached to the incident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archival / auditors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21284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Attached BEFORE closing — many ServiceNow configurations refuse attachments on closed records. Attachment is best-effort: a failure never costs the text record.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606040"/>
            <a:ext cx="113385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606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Summary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26060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Title, severity, cluster, scope, detecting threshold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990088"/>
            <a:ext cx="11338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9900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Impact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29900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Symptoms, correlation, recurrence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374136"/>
            <a:ext cx="113385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3741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Timeline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17520" y="337413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computed MTTD / MTTA / MTTR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758184"/>
            <a:ext cx="11338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7581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Root cause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3758184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Category, confidence, provenance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142232"/>
            <a:ext cx="113385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1422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4.1–4.5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17520" y="41422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analysis · impact · 5-Whys · contributing factors · recommendation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4526280"/>
            <a:ext cx="11338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5262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Evidence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17520" y="45262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 obs · resource config · log excerpts · events · KB matches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910328"/>
            <a:ext cx="113385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9103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Resolution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017520" y="49103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Action, command, rationale, approver, dry-run + apply output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1480" y="5294376"/>
            <a:ext cx="11338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52943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Verification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017520" y="529437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the workload actually recovered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5678424"/>
            <a:ext cx="113385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56784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CAPA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017520" y="5678424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AI-proposed preventive actions first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1480" y="6062472"/>
            <a:ext cx="11338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60624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 Notes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017520" y="60624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Blameless review statement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incident closes with the same audit-grade document — regardless of who was on call.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REMEDIATION &amp;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safe action per signal — everything else escalates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113385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754880"/>
                <a:gridCol w="118872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Signal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Automated action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Risk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Reversible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CrashLoop / NotReady / ZeroReady / ReplicaMismatch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rollout restart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OOMKilled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 resources --limits=memory (DOUBLED, never a bare restart)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PVC filling up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patch pvc expand +50% (allowVolumeExpansion validated)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Node NotReady · Operator Degraded · PVC Pending · ImagePull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 — escalate to a human with RCA + ticket ready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3840480"/>
            <a:ext cx="3611880" cy="914400"/>
          </a:xfrm>
          <a:prstGeom prst="roundRect">
            <a:avLst>
              <a:gd name="adj" fmla="val 7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9319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Two-flag interlock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425196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(read-only) separate from action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33672" y="3840480"/>
            <a:ext cx="3611880" cy="914400"/>
          </a:xfrm>
          <a:prstGeom prst="roundRect">
            <a:avLst>
              <a:gd name="adj" fmla="val 7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70832" y="39319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mode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370832" y="425196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what WOULD happen before granting autonomy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55864" y="3840480"/>
            <a:ext cx="3611880" cy="914400"/>
          </a:xfrm>
          <a:prstGeom prst="roundRect">
            <a:avLst>
              <a:gd name="adj" fmla="val 7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93024" y="39319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dry-run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193024" y="425196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fix previewed with ?dryRun=All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11480" y="4892040"/>
            <a:ext cx="3611880" cy="914400"/>
          </a:xfrm>
          <a:prstGeom prst="roundRect">
            <a:avLst>
              <a:gd name="adj" fmla="val 7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983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gate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530352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Unverified → rolled back, ticket left OPEN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233672" y="4892040"/>
            <a:ext cx="3611880" cy="914400"/>
          </a:xfrm>
          <a:prstGeom prst="roundRect">
            <a:avLst>
              <a:gd name="adj" fmla="val 7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70832" y="4983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Injection defense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370832" y="530352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fenced as data, never instructions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055864" y="4892040"/>
            <a:ext cx="3611880" cy="914400"/>
          </a:xfrm>
          <a:prstGeom prst="roundRect">
            <a:avLst>
              <a:gd name="adj" fmla="val 7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93024" y="4983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audit trail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193024" y="530352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state transition logged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11480" y="60350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a false success: if the fix cannot be verified, the incident escalates and the ticket stays open.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PROVENANCE &amp; UNDO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Ledger — every mutation, with an inverse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inverse is computed and stored AT APPLY TIME — once memory is patched the old value is gone from the cluster.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91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prior value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389Mi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05456" y="193852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06624" y="160020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1691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inverse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06624" y="20574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…limits=memory=389Mi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93852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1768" y="160020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1691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in ledger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01768" y="20574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retention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95744" y="193852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96912" y="160020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6912" y="1691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▷ Dry-run revert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96912" y="20574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preview, no change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90888" y="193852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92056" y="160020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92056" y="1691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↩ Revert + verify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592056" y="20574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ledger entry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88920"/>
          <a:ext cx="113385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01752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Revertable?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increase_memory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 — exact inverse patch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prior limit was captured at apply time, so it can be restored precisely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rollout_restart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— nothing to revert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rolling restart changes no configuration; only pods were recreated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expand_pvc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— physically impossible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Kubernetes cannot shrink a PersistentVolumeClaim; expansion is one-way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(no captured value)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Native rollout undo offered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Falls back to `oc rollout undo`, which restores the whole prior pod template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411480" y="48006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6072" y="4892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revert is a change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76072" y="5212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governance as the original fix: classify → mandatory dry-run → apply → verify → work-note the incident.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233672" y="48006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98264" y="4892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not always rollout undo?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398264" y="5212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Undo restores the ENTIRE prior template and would silently discard unrelated changes made since. The inverse patch undoes exactly what we did.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055864" y="48006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20456" y="4892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Reverts are reversible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8220456" y="5212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revert is recorded with revertOf → the original, so the chain is complete and a revert can itself be reverted.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11480" y="635508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Surfaced as “History — applied changes” in AI Intelligence, with a before → after diff on every entry.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time actually goes back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113385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 today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UC-05 Zero-Touch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Detection → ticket raised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Minutes to hours (a human must notice)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Seconds — no human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RCA authoring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20–60 min hand-written, quality varies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Automatic, evidence-grounded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Ticket closure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Manual, frequently deferred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Automatic, with RCA attached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Self-resolved conditions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Stale tickets closed by hand later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Self-closing, marked self-healed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Duplicate tickets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node failure → many tickets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Deduped by stable signature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Undoing a change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 archaeology through kubectl history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One-click ledgered revert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touchpoints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≈ 6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— approve the fix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 evidence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Inconsistent between engineers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Same standard RCA every time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576072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differentiator: other automation stops at “alert raised”. UC-05 also writes the RCA and closes the ticket.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Five-minute walkthrough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023360"/>
                <a:gridCol w="6766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to say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Intelligence → Auto-Detect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“Nobody asked. 24 detections from 26 correlated symptoms.”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Point at CHRONIC 23 / ELIGIBLE 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“It refuses to page for things broken 10 days. That restraint is the product.”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Toggle Actionable / Chronic filter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“One actionable item, not 24 — the queue tells the truth.”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 ⚙ Automation Settings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Autonomous toggle, ServiceNow queue, thresholds — no redeploy.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Break something live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genuinely new failure — the only kind that should page.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Wait one detection cycle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Incident appears auto-raised with INC number + ITIL priority.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 the AI RCA on the card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Category, confidence, causal chain, real log lines, container name.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Click ▷ Dry-run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Previewed against the live API server — nothing changed.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Click ✅ Apply Fix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Terminal transcript + BEFORE/AFTER container table appear.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 the ticket in ServiceNow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HTML + PDF attached, full RCA in close notes, MTTR.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History — applied changes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before → after diff, then ↩ Revert with its own dry-run.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Optional: let one self-heal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Incident closes itself, marked self-healed.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&amp; rollout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310896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Setting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Default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Configurable in UI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Detection on/off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 (read-only)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Autonomous action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OFF — deliberate interlock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ServiceNow assignment group (admin queue)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instance default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Chronic window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 hours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Severity floor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SEV-2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Ticket rate limit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/ hour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Self-heal confirm scans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Attach RCA report (HTML + PDF)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Auto-close duplicate tickets we raised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OFF — opt-in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Treat actively-failing workloads as live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Escalate after N recurrences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Env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Change-ledger retention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 days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Env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Scan interval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minutes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Env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4892040"/>
            <a:ext cx="5577840" cy="1508760"/>
          </a:xfrm>
          <a:prstGeom prst="roundRect">
            <a:avLst>
              <a:gd name="adj" fmla="val 4242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983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by automated harness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5266944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Causal merge (3 signals → 1 ticket) · signature stability · chronic guard + activity override · restart-rate detection · escalation on 3rd episode · name derivation · full happy path · dry-run precedes apply · failed verification escalates without closing · duplicate asymmetry · attachment degrades safely · ledger inverse + revert chain · rollout undo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172200" y="4892040"/>
            <a:ext cx="5577840" cy="1508760"/>
          </a:xfrm>
          <a:prstGeom prst="roundRect">
            <a:avLst>
              <a:gd name="adj" fmla="val 4242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27648" y="4983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live validation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27648" y="5266944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real ServiceNow auto-raise and close against the customer instance. AI RCA depth depends on the configured LLM being reachable from the pod.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Recommended: run in shadow mode for one cycle, confirm the chronic/eligible split, then enable autonomous action.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299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3317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Zero-Touch Incident Command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944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  ·  UC-05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3273552"/>
            <a:ext cx="29260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93008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opens the ticket.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writes the RCA.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closes it.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every change can be undone.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1663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only thing a human decides is whether to apply the fix.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for OpenShift  ·  Tata Consultancy Services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Tata Consultancy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Agentic AI — Zero-Touch Incident Command (ZTIC) · UC-05</dc:title>
  <dc:subject>ZTIC — autonomous incident lifecycle for OpenShift</dc:subject>
  <dc:creator>TCS Agentic AI Platform</dc:creator>
  <cp:lastModifiedBy>TCS Agentic AI Platform</cp:lastModifiedBy>
  <cp:revision>1</cp:revision>
  <dcterms:created xsi:type="dcterms:W3CDTF">2026-07-29T13:47:16Z</dcterms:created>
  <dcterms:modified xsi:type="dcterms:W3CDTF">2026-07-29T13:47:16Z</dcterms:modified>
</cp:coreProperties>
</file>