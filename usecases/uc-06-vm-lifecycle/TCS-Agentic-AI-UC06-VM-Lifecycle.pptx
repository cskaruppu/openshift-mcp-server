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⚙️ Automatic</c:v>
                </c:pt>
                <c:pt idx="1">
                  <c:v>👤 Manual</c:v>
                </c:pt>
                <c:pt idx="2">
                  <c:v>🤖 AI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35808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81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  ·   USE CASE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1051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VM Provisioning &amp; Lifecycle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OpenShift Virtualization  ·  human-initiated, agent-executed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console creates a VM. It does not remember why.”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0607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605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  ·   VMs BORN on OpenShift Virtualization — requested, provisioned, right-sized, reclaimed.      Machines arriving FROM VMware are UC-10, VM Migration Assurance.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decision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44368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steps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57216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57216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step — intent 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70064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70064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fields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82912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582912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paths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Hybrid Infrastructure  ·  Container &amp; Kubernetes Operations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Provisioning is solved. Owning the result is not.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 checked after the fact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 is approved, then fails — or succeeds and quietly starves something else.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EDD5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Sizing is guesswork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the last request. Nobody sees the gap between what was asked for and what exists.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records WHY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rationale for 8 vCPU dies with the ticket that requested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"Expires on" is decorative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request form has the field. Almost no platform ever acts on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3672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owner of record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6552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months on, nobody knows whose VM it is or whether it can 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Right-sizing never happens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at 12 % memory since build day stays that way until an audit.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OpenShift Virtualization builds the VM in ninety seconds. UC-06 is everything either side of that moment.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— and what the AI is deliberately not allowed to 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" y="2542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one sentence into a typed request. That is all.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" y="31089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chooses the image, the manifest or the command. Never produces an SSH key — a model inventing a credential has no acceptable version.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33672" y="13716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5361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33672" y="21214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542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code — no AI, no human.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31089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 discovery, template reconciliation, pre-flight, manifest build, dry-run, apply, ledger, expiry sweep, right-sizing.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55864" y="13716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55864" y="153619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55864" y="21214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57032" y="2542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the request, then approve it.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57032" y="31089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console, or via a ServiceNow change board. There is no third path and no autonomous path.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800600"/>
            <a:ext cx="11338560" cy="960120"/>
          </a:xfrm>
          <a:prstGeom prst="roundRect">
            <a:avLst>
              <a:gd name="adj" fmla="val 7619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UC-05 is agent-initiated — nothing triggers it, which is its whole point.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 is never autonomous: provisioning consumes quota, addresses, licences and money, so a person always decides.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Colour-coded by actor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= deterministic · Purple = the one AI step · Amber = the human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27632"/>
            <a:ext cx="169164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One sentence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11096"/>
            <a:ext cx="16916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chat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21408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32304" y="15544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627632"/>
            <a:ext cx="1554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Extract intent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32304" y="1911096"/>
            <a:ext cx="1554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VMRequest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24528" y="12984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 &amp; PRE-FLIGHT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05072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24528" y="15544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627632"/>
            <a:ext cx="169164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Reconcile size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24528" y="1911096"/>
            <a:ext cx="16916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stated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34456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53912" y="155448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1627632"/>
            <a:ext cx="214884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Pre-flight, live cluster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53912" y="1911096"/>
            <a:ext cx="21488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 · name · image · NAD · key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0496" y="15544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1627632"/>
            <a:ext cx="1554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Dry-run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0496" y="1911096"/>
            <a:ext cx="1554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created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41280" y="1481328"/>
            <a:ext cx="1508760" cy="859536"/>
          </a:xfrm>
          <a:prstGeom prst="roundRect">
            <a:avLst>
              <a:gd name="adj" fmla="val 8511"/>
            </a:avLst>
          </a:prstGeom>
          <a:solidFill>
            <a:srgbClr val="D97706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1572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APPROVE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241280" y="192024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gate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2542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PATHS TO THAT ONE GATE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2798064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871216"/>
            <a:ext cx="553212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Approve in the console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3127248"/>
            <a:ext cx="5532120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path — platform team owns the decision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2798064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871216"/>
            <a:ext cx="553212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Approve as a ServiceNow change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3127248"/>
            <a:ext cx="5532120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change-controlled estate — the CAB is the authority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36758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93192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0507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Re-check pre-flight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480" y="428853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cluster moved 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27248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37560" y="393192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400507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Apply manifest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337560" y="428853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DataVolume + cloud-init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53328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63640" y="393192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400507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Ledger the change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63640" y="428853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inverse = decommission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979408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89720" y="393192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720" y="400507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Return access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189720" y="428853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virtctl ssh · console · IP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864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— the part nobody else does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1480" y="51206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519379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Provenance on the VM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11480" y="547725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· cost centre · CR · expiry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337560" y="51206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519379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Right-size later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337560" y="547725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cites the original request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63640" y="51206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519379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Enforce the expiry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263640" y="547725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decommission change request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89720" y="51206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9720" y="5193792"/>
            <a:ext cx="2697480" cy="392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Health detection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189720" y="5477256"/>
            <a:ext cx="269748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feeds UC-05's pipeline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SPLIT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Twenty-two automatic steps. One AI step. Two human touches.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715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85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covers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⚙️ Automatic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Catalogue, reconciliation, pre-flight, dry-run, apply, ledger, access, expiry, right-sizing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👤 Manual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Correct the pre-filled request · approve it once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🤖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 intent from free text into a typed struct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035040" y="3657600"/>
            <a:ext cx="5715000" cy="192024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63640" y="37947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human touch is optional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4160520"/>
            <a:ext cx="5257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pre-filled card that already passes pre-flight often needs no correction at all. In practice the operator reads the reconciliation line, checks the quota bar, and approves.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change-controlled estate that approval moves to the CAB — the platform then waits, re-checks, and provisions unattended.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THE UNGLAMOROUS HALF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separates a provisioned VM from a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UC-06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Root disk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containerDisk / emptyDisk — wiped on every restart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dataVolumeTemplate → a real PVC that survives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Access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cloud-init — the VM boots and nobody can log in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user, SSH key, hostname; password login disabled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Sizing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raw cpu / memory numbers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ClusterInstancetype + Preference — golden sizes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 network, masquerade only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NetworkAttachmentDefinition for bridge / VLAN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Safety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 POST to the API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server-side dry-run, then an approval gate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Memory of 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 · cost centre · request id · expiry · rationale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VM whose disk is wiped on restart and that nobody can SSH into is not provisioning. It is a demo.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Sizing reconciliation — the compromise, stated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10881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asked for 6 vCPU and 20Gi. The nearest standard size is u1.large (8 vCPU / 32Gi) — that is +2 vCPU and +12Gi more than requested.”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" y="31089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 matches a standard size precisely. Said so, rather than left implied.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82696" y="2560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rounded-up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31089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Nearest standard that meets or exceeds both dimensions — with the delta named in vCPU and GiB.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53912" y="2560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EDD5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exceeds-catalogue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31089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on this cluster is large enough. Needs an explicit size and an exception, not a silent downgrade.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25128" y="2560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none-available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31089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instance types exist here, so the VM is sized explicitly and the fact is stated.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84632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form takes what you type. It cannot tell you what the compromise is — and the compromise is exactly what platform teams argue about.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PRE-FLIGHT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checked before anyone is asked to approve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Blocks?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it matters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Namespace exists and is not platform-owned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kube-*, openshift-* and default are refused outright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 free — for every VM in the batch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partial batch failure is worse than none at all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 image present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Without it the DataVolume never populates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 image 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VM would sit importing for a long time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Storage class exists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PVC would stay Pending forever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NetworkAttachmentDefinition exists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VM would come up with no network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SSH key supplied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VM nobody can log in to is not provisioning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Quota headroom, per ResourceQuota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 / warn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Exceeding blocks; ≥ 85 % warns before you commit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 recorded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Nobody to contact when it needs attention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Expiry date set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VMs without one are how sprawl starts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Pre-flight runs BEFORE submission — and AGAIN after approval, because an approval can sit for days while the cluster moves 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submitted request outlives the browser — so it is durable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73352"/>
            <a:ext cx="214884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34540"/>
            <a:ext cx="214884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captured, editable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87752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1600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73352"/>
            <a:ext cx="214884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34540"/>
            <a:ext cx="214884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 raised · waiting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5192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66360" y="1600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673352"/>
            <a:ext cx="214884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034540"/>
            <a:ext cx="214884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 said yes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42632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600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673352"/>
            <a:ext cx="214884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2034540"/>
            <a:ext cx="214884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21240" y="16002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1673352"/>
            <a:ext cx="214884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21240" y="2034540"/>
            <a:ext cx="214884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+ ledgered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743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STATES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999232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72384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387852"/>
            <a:ext cx="361188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 refused — nothing created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33672" y="2999232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3672" y="3072384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33672" y="3387852"/>
            <a:ext cx="361188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requester withdrew 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55864" y="2999232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55864" y="3072384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55864" y="3387852"/>
            <a:ext cx="361188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failed, or pre-flight no longer passes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4041648"/>
            <a:ext cx="1133856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1696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detail that matters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8368" y="45262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Pre-flight runs BEFORE submission — there is no point asking a change board to approve something that cannot succeed.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runs AGAIN after approval. An approval can sit for days and the cluster moves on: the name may now be taken, the quota consumed. If it no longer passes, the request FAILS WITH THE REASON rather than provisioning something different from what was approved.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values written onto the VM — and why they matter later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Label / annotation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app.kubernetes.io/managed-by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agent claims ONLY what it built. Hand-made VMs are never touched.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tcs.ai/owner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 to contact when it needs attention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tcs.ai/cost-centre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Chargeback and showback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tcs.ai/environment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 / test / prod — drives the change risk rating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tcs.ai/request-id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change request this VM came from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tcs.ai/expires-on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decommission date — made enforceable, not decorative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tcs.ai/sizing-rationale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this size. Read back when right-sizing months later.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8920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provenance a platform can provision.  With it, a platform can be accountable.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claim a competitor cannot copy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3856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FF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“This VM was provisioned under CHG0041022 on 12 March, sized u1.large.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CFF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then, memory has been at 94 % of 32Gi over eleven days. Recommend increasing it to u1.xlarge.”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unprompted, weeks later, with the change request already prepared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0632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" y="36118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usage against the size we chose. Only running VMs, only after a sustain window — and absent metrics mean “cannot judge”, never “idle”.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33672" y="30632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expiry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98264" y="36118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its recorded date → a decommission change request with the backout plan filled in. Every form has this field; almost nobody acts on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55864" y="30632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health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0456" y="36118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set to run but not Ready · guest filesystem filling up. Flows into UC-05's existing incident pipeline rather than a parallel one.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an agent that provisioned the VM AND operates the estate can write that sentence.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/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provisioning versus UC-06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today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UC-06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Capture the request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Ticket, email, spreadsheet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sentence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quota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Rarely, and after the fact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approval, per ResourceQuota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Choose a size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Guesswork, or copy the last 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Reconciled to a standard, delta shown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Find out when it fails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Server-side dry-run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record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Written by hand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Raised automatically with a backout plan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 the 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wiki page that rots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the object itself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Expiry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field nobody reads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Enforced, with a decommission CR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Right-size later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Never happens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Unprompted, citing the original request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Decommission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Whenever someone notices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change request on the expiry date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Provisioning is a transaction. Ownership is a lifecycle — and the second is where the operational cost actually sits.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stops this doing something you did not ask for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046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Behaviour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Never autonomous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auto-promote path exists anywhere in the design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Protected namespaces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kube-*, openshift-*, default refused outright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Batch cap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 VMs per request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Blocking pre-flight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image, taken name, exceeded quota, absent NAD, no SSH key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Server-side dry-run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path, before any apply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Re-check after approval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Refuses to provision something different from what was approved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ledger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creation reversible; the inverse is the decommission command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boundary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Extracts intent only — never picks the image, manifest or command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Credential boundary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AI may not produce an SSH key under any circumstance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explains. Deterministic code acts. A person decides. Same contract as UC-05.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return actually comes from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UC-06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 → running VM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Hours to days (ticket queue)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approval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Requests with wrong sizing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Common — no reconciliation step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Delta shown before approval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VMs with a recorded owner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Patchy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one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VMs with an enforced expiry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Effectively none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one that sets a date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Right-sizing reviews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 hoc, usually never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Continuous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Reclaimed capacity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Whenever someone audits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the expiry date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480560"/>
            <a:ext cx="1133856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5902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sprawl is a real budget 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9377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request form ever written has an “expires on” field, and almost no platform acts on it. UC-06 is the first part of this platform that does — it raises the decommission change request itself, with the backout plan already filled in.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minutes, end to 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Show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“Provision a RHEL 9 VM called sap-app-01 in namespace sap, 8 vCPU, 32GB, 200GB, production, expires 2026-12-31, and here is my SSH key.”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card appears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“Nothing has been created. This is what it understood — and here is what a form cannot tell you.”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Reconciliation line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“You asked for 8 and 32. The nearest standard is an exact match. Had it not been, it would say by how much.”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1:20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Quota bar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“This takes the namespace to 78 % of quota. That is a decision, not a number.”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1:50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Dry-run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“Validated against the live API server. Still nothing created.”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2:10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Submit for approval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“In a change-controlled estate the CAB is the authority, not a button in my console.”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2:40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→ approve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“One human decision.”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 + access panel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“Provisioned — and here is how to get into it, rather than making you hunt for the IP.”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3:20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Labels on the VM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“Owner, cost centre, change request, expiry, and why it was sized this way.”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3:40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Lifecycle report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“Which is what lets it come back weeks later and tell you the VM it built is undersized.”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threshold is owned by the customer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01752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Variable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VM_IMAGE_NAMESPACE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openshift-virtualization-os-images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golden image DataSources live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VM_APPROVAL_RECONCILE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false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Poll ServiceNow for CAB approval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VM_APPROVAL_INTERVAL_SEC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Poll interval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VM_MEM_HIGH_PCT / LOW_PCT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 / 25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Right-size up / down thresholds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VM_CPU_HIGH_PCT / LOW_PCT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 / 10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CPU equivalents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VM_SUSTAIN_DAYS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Minimum age and sustain window before judging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VM_EXPIRY_WARN_DAYS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 before expiry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160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STATUS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434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Extraction, reconciliation, manifest shape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automated tests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4764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476402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disk always a DataVolume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92240" y="47640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asserted in test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50932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+ chat card end to end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5093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live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5422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54223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CAB approval loop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92240" y="5422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run against a live instance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5751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" y="575157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Right-sizing on real usage history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57515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a sustained workload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UC-06  ·  GOVERNED VM PROVISIONING &amp; LIFECYCLE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Provisioning is a transaction.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is a lifecycle.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console creates a VM. It does not remember why.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7033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 in — reconciled, pre-flighted and dry-run before anyone approves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123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12394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human decision, in the console or at the change 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5445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544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written onto the machine: owner, cost centre, change request, expiry, rationale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965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9651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later the agent reads it back — right-sizes what it built, reclaims what expired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Hybrid Infrastructure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Governed VM Provisioning &amp; Lifecycle · UC-06</dc:title>
  <dc:subject>UC-06 — governed VM provisioning and day-2 ownership for OpenShift Virtualization</dc:subject>
  <dc:creator>TCS Agentic AI Platform</dc:creator>
  <cp:lastModifiedBy>TCS Agentic AI Platform</cp:lastModifiedBy>
  <cp:revision>1</cp:revision>
  <dcterms:created xsi:type="dcterms:W3CDTF">2026-09-11T09:01:56Z</dcterms:created>
  <dcterms:modified xsi:type="dcterms:W3CDTF">2026-09-11T09:01:56Z</dcterms:modified>
</cp:coreProperties>
</file>