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Effort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9770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7C3AED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⚙️ Automatic</c:v>
                </c:pt>
                <c:pt idx="1">
                  <c:v>👤 Manual</c:v>
                </c:pt>
                <c:pt idx="2">
                  <c:v>🤖 AI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22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35808"/>
            <a:ext cx="12188952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813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  ·   USE CASE 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810512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VM Provisioning &amp; Lifecycle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OpenShift Virtualization  ·  human-initiated, agent-executed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31520" y="3703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“The console creates a VM. It does not remember why.”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decision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44368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44368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944368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 steps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157216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57216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157216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step — intent only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70064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70064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70064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Provenance fields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582912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82912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582912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paths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" y="589788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Hybrid Infrastructure  ·  Container &amp; Kubernetes Operations  ·  Tata Consultancy Services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Provisioning is solved. Owning the result is not.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Quota checked after the fact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request is approved, then fails — or succeeds and quietly starves something else.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EDD5"/>
          </a:solidFill>
          <a:ln w="15875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Sizing is guesswork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the last request. Nobody sees the gap between what was asked for and what exists.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records WHY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rationale for 8 vCPU dies with the ticket that requested it.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"Expires on" is decorative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request form has the field. Almost no platform ever acts on it.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owner of record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months on, nobody knows whose VM it is or whether it can go.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Right-sizing never happens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machine at 12 % memory since build day stays that way until an audit.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OpenShift Virtualization builds the VM in ninety seconds. UC-06 is everything either side of that moment.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ACTOR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does what — and what the AI is deliberately not allowed to do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36192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11480" y="212140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12648" y="254203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Turns one sentence into a typed request. That is all.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12648" y="3108960"/>
            <a:ext cx="32004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chooses the image, the manifest or the command. Never produces an SSH key — a model inventing a credential has no acceptable version.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33672" y="137160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33672" y="1536192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233672" y="212140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54203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 code — no AI, no human.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34840" y="3108960"/>
            <a:ext cx="32004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Catalogue discovery, template reconciliation, pre-flight, manifest build, dry-run, apply, ledger, expiry sweep, right-sizing.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55864" y="137160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55864" y="1536192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055864" y="212140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57032" y="254203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 the request, then approve it.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57032" y="3108960"/>
            <a:ext cx="32004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the console, or via a ServiceNow change board. There is no third path and no autonomous path.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4800600"/>
            <a:ext cx="11338560" cy="960120"/>
          </a:xfrm>
          <a:prstGeom prst="roundRect">
            <a:avLst>
              <a:gd name="adj" fmla="val 7619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 is agent-initiated — nothing triggers it, which is its whole point.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 is never autonomous: provisioning consumes quota, addresses, licences and money, so a person always decides.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Colour-coded by actor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Blue = deterministic · Purple = the one AI step · Amber = the human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9844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1554480"/>
            <a:ext cx="1691640" cy="713232"/>
          </a:xfrm>
          <a:prstGeom prst="roundRect">
            <a:avLst>
              <a:gd name="adj" fmla="val 10256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627632"/>
            <a:ext cx="1691640" cy="3922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One sentence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1911096"/>
            <a:ext cx="1691640" cy="3138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chat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21408" y="17830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32304" y="1554480"/>
            <a:ext cx="1554480" cy="713232"/>
          </a:xfrm>
          <a:prstGeom prst="roundRect">
            <a:avLst>
              <a:gd name="adj" fmla="val 10256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32304" y="1627632"/>
            <a:ext cx="1554480" cy="3922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 Extract intent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432304" y="1911096"/>
            <a:ext cx="1554480" cy="3138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typed VMRequest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224528" y="1298448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RECONCILE &amp; PRE-FLIGHT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005072" y="17830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24528" y="1554480"/>
            <a:ext cx="1691640" cy="713232"/>
          </a:xfrm>
          <a:prstGeom prst="roundRect">
            <a:avLst>
              <a:gd name="adj" fmla="val 1025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24528" y="1627632"/>
            <a:ext cx="1691640" cy="3922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Reconcile size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224528" y="1911096"/>
            <a:ext cx="1691640" cy="3138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delta stated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34456" y="17830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53912" y="1554480"/>
            <a:ext cx="2148840" cy="713232"/>
          </a:xfrm>
          <a:prstGeom prst="roundRect">
            <a:avLst>
              <a:gd name="adj" fmla="val 1025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53912" y="1627632"/>
            <a:ext cx="2148840" cy="3922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Pre-flight, live cluster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153912" y="1911096"/>
            <a:ext cx="2148840" cy="3138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quota · name · image · NAD · key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21040" y="17830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540496" y="1554480"/>
            <a:ext cx="1554480" cy="713232"/>
          </a:xfrm>
          <a:prstGeom prst="roundRect">
            <a:avLst>
              <a:gd name="adj" fmla="val 1025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40496" y="1627632"/>
            <a:ext cx="1554480" cy="3922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Dry-run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540496" y="1911096"/>
            <a:ext cx="1554480" cy="3138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created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241280" y="1481328"/>
            <a:ext cx="1508760" cy="859536"/>
          </a:xfrm>
          <a:prstGeom prst="roundRect">
            <a:avLst>
              <a:gd name="adj" fmla="val 8511"/>
            </a:avLst>
          </a:prstGeom>
          <a:solidFill>
            <a:srgbClr val="D97706"/>
          </a:solidFill>
          <a:ln w="25400">
            <a:solidFill>
              <a:srgbClr val="92400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241280" y="1572768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APPROVE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0241280" y="1920240"/>
            <a:ext cx="1508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gate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11480" y="254203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PATHS TO THAT ONE GATE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11480" y="2798064"/>
            <a:ext cx="5532120" cy="658368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480" y="2871216"/>
            <a:ext cx="5532120" cy="362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Approve in the console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11480" y="3127248"/>
            <a:ext cx="5532120" cy="2896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 path — platform team owns the decision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17920" y="2798064"/>
            <a:ext cx="5532120" cy="658368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0" y="2871216"/>
            <a:ext cx="5532120" cy="362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Approve as a ServiceNow change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17920" y="3127248"/>
            <a:ext cx="5532120" cy="2896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change-controlled estate — the CAB is the authority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11480" y="367588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PROVISION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11480" y="3931920"/>
            <a:ext cx="2697480" cy="713232"/>
          </a:xfrm>
          <a:prstGeom prst="roundRect">
            <a:avLst>
              <a:gd name="adj" fmla="val 1025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4005072"/>
            <a:ext cx="2697480" cy="3922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Re-check pre-flight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11480" y="4288536"/>
            <a:ext cx="2697480" cy="3138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cluster moved on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127248" y="4160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337560" y="3931920"/>
            <a:ext cx="2697480" cy="713232"/>
          </a:xfrm>
          <a:prstGeom prst="roundRect">
            <a:avLst>
              <a:gd name="adj" fmla="val 1025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37560" y="4005072"/>
            <a:ext cx="2697480" cy="3922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Apply manifest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3337560" y="4288536"/>
            <a:ext cx="2697480" cy="3138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DataVolume + cloud-init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053328" y="4160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263640" y="3931920"/>
            <a:ext cx="2697480" cy="713232"/>
          </a:xfrm>
          <a:prstGeom prst="roundRect">
            <a:avLst>
              <a:gd name="adj" fmla="val 1025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63640" y="4005072"/>
            <a:ext cx="2697480" cy="3922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Ledger the change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263640" y="4288536"/>
            <a:ext cx="2697480" cy="3138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inverse = decommission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979408" y="4160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189720" y="3931920"/>
            <a:ext cx="2697480" cy="713232"/>
          </a:xfrm>
          <a:prstGeom prst="roundRect">
            <a:avLst>
              <a:gd name="adj" fmla="val 1025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89720" y="4005072"/>
            <a:ext cx="2697480" cy="3922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Return access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9189720" y="4288536"/>
            <a:ext cx="2697480" cy="3138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virtctl ssh · console · IP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11480" y="486460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OWNERSHIP — the part nobody else does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11480" y="5120640"/>
            <a:ext cx="2697480" cy="713232"/>
          </a:xfrm>
          <a:prstGeom prst="roundRect">
            <a:avLst>
              <a:gd name="adj" fmla="val 10256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1480" y="5193792"/>
            <a:ext cx="2697480" cy="3922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Provenance on the VM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11480" y="5477256"/>
            <a:ext cx="2697480" cy="3138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 · cost centre · CR · expiry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337560" y="5120640"/>
            <a:ext cx="2697480" cy="713232"/>
          </a:xfrm>
          <a:prstGeom prst="roundRect">
            <a:avLst>
              <a:gd name="adj" fmla="val 10256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37560" y="5193792"/>
            <a:ext cx="2697480" cy="3922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Right-size later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3337560" y="5477256"/>
            <a:ext cx="2697480" cy="3138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cites the original request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263640" y="5120640"/>
            <a:ext cx="2697480" cy="713232"/>
          </a:xfrm>
          <a:prstGeom prst="roundRect">
            <a:avLst>
              <a:gd name="adj" fmla="val 10256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63640" y="5193792"/>
            <a:ext cx="2697480" cy="3922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Enforce the expiry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6263640" y="5477256"/>
            <a:ext cx="2697480" cy="3138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decommission change request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89720" y="5120640"/>
            <a:ext cx="2697480" cy="713232"/>
          </a:xfrm>
          <a:prstGeom prst="roundRect">
            <a:avLst>
              <a:gd name="adj" fmla="val 10256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189720" y="5193792"/>
            <a:ext cx="2697480" cy="3922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Health detection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9189720" y="5477256"/>
            <a:ext cx="2697480" cy="3138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feeds UC-05's pipeline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EFFORT SPLIT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Twenty-two automatic steps. One AI step. Two human touches.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463040"/>
          <a:ext cx="51206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737360"/>
          <a:ext cx="57150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8580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covers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⚙️ Automatic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Catalogue, reconciliation, pre-flight, dry-run, apply, ledger, access, expiry, right-sizing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👤 Manual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Correct the pre-filled request · approve it once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🤖 AI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Extract intent from free text into a typed struct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035040" y="3657600"/>
            <a:ext cx="5715000" cy="1920240"/>
          </a:xfrm>
          <a:prstGeom prst="roundRect">
            <a:avLst>
              <a:gd name="adj" fmla="val 381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263640" y="3794760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second human touch is optional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6263640" y="4160520"/>
            <a:ext cx="52578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pre-filled card that already passes pre-flight often needs no correction at all. In practice the operator reads the reconciliation line, checks the quota bar, and approves.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a change-controlled estate that approval moves to the CAB — the platform then waits, re-checks, and provisions unattended.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1 — THE UNGLAMOROUS HALF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separates a provisioned VM from a demo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48056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Before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UC-06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Root disk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containerDisk / emptyDisk — wiped on every restart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dataVolumeTemplate → a real PVC that survives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Access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cloud-init — the VM boots and nobody can log in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user, SSH key, hostname; password login disabled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Sizing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raw cpu / memory numbers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ClusterInstancetype + Preference — golden sizes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Network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 network, masquerade only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NetworkAttachmentDefinition for bridge / VLAN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Safety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 POST to the API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server-side dry-run, then an approval gate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Memory of 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 · cost centre · request id · expiry · rationale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VM whose disk is wiped on restart and that nobody can SSH into is not provisioning. It is a demo.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Sizing reconciliation — the compromise, stated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81328"/>
            <a:ext cx="108813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asked for 6 vCPU and 20Gi. The nearest standard size is u1.large (8 vCPU / 32Gi) — that is +2 vCPU and +12Gi more than requested.”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480" y="25603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6974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6072" y="310896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request matches a standard size precisely. Said so, rather than left implied.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82696" y="25603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9856" y="26974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rounded-up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47288" y="310896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Nearest standard that meets or exceeds both dimensions — with the delta named in vCPU and GiB.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53912" y="25603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FFEDD5"/>
          </a:solidFill>
          <a:ln w="15875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91072" y="26974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exceeds-catalogue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18504" y="310896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on this cluster is large enough. Needs an explicit size and an exception, not a silent downgrade.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25128" y="25603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62288" y="26974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none-available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89720" y="310896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instance types exist here, so the VM is sized explicitly and the fact is stated.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846320"/>
            <a:ext cx="1133856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9834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web form takes what you type. It cannot tell you what the compromise is — and the compromise is exactly what platform teams argue about.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PRE-FLIGHT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checked before anyone is asked to approve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1133856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737360"/>
                <a:gridCol w="5394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Blocks?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 it matters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Namespace exists and is not platform-owned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kube-*, openshift-* and default are refused outright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Name free — for every VM in the batch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partial batch failure is worse than none at all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Golden image present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Without it the DataVolume never populates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Golden image 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2400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VM would sit importing for a long time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Storage class exists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PVC would stay Pending forever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NetworkAttachmentDefinition exists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VM would come up with no network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SSH key supplied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VM nobody can log in to is not provisioning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Quota headroom, per ResourceQuota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 / warn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Exceeding blocks; ≥ 85 % warns before you commit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 recorded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2400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Nobody to contact when it needs attention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Expiry date set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2400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VMs without one are how sprawl starts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Pre-flight runs BEFORE submission — and AGAIN after approval, because an approval can sit for days while the cluster moves on.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submitted request outlives the browser — so it is durable state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21488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673352"/>
            <a:ext cx="2148840" cy="4777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034540"/>
            <a:ext cx="214884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captured, editable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587752" y="19202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88920" y="1600200"/>
            <a:ext cx="2148840" cy="868680"/>
          </a:xfrm>
          <a:prstGeom prst="roundRect">
            <a:avLst>
              <a:gd name="adj" fmla="val 8421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88920" y="1673352"/>
            <a:ext cx="2148840" cy="4777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submitted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88920" y="2034540"/>
            <a:ext cx="214884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 raised · waiting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65192" y="19202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66360" y="1600200"/>
            <a:ext cx="2148840" cy="868680"/>
          </a:xfrm>
          <a:prstGeom prst="roundRect">
            <a:avLst>
              <a:gd name="adj" fmla="val 8421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66360" y="1673352"/>
            <a:ext cx="2148840" cy="4777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66360" y="2034540"/>
            <a:ext cx="214884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 said yes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2632" y="19202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43800" y="1600200"/>
            <a:ext cx="2148840" cy="868680"/>
          </a:xfrm>
          <a:prstGeom prst="roundRect">
            <a:avLst>
              <a:gd name="adj" fmla="val 8421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43800" y="1673352"/>
            <a:ext cx="2148840" cy="4777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provisioning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43800" y="2034540"/>
            <a:ext cx="214884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applying now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19202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921240" y="1600200"/>
            <a:ext cx="2148840" cy="868680"/>
          </a:xfrm>
          <a:prstGeom prst="roundRect">
            <a:avLst>
              <a:gd name="adj" fmla="val 8421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21240" y="1673352"/>
            <a:ext cx="2148840" cy="4777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provisioned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921240" y="2034540"/>
            <a:ext cx="214884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created + ledgered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1480" y="27432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 STATES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999232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3072384"/>
            <a:ext cx="361188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rejected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1480" y="3387852"/>
            <a:ext cx="3611880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 refused — nothing created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233672" y="2999232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33672" y="3072384"/>
            <a:ext cx="361188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cancelled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233672" y="3387852"/>
            <a:ext cx="3611880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requester withdrew it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055864" y="2999232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55864" y="3072384"/>
            <a:ext cx="361188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failed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055864" y="3387852"/>
            <a:ext cx="3611880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failed, or pre-flight no longer passes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1480" y="4041648"/>
            <a:ext cx="11338560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169664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detail that matters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58368" y="452628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Pre-flight runs BEFORE submission — there is no point asking a change board to approve something that cannot succeed.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runs AGAIN after approval. An approval can sit for days and the cluster moves on: the name may now be taken, the quota consumed. If it no longer passes, the request FAILS WITH THE REASON rather than provisioning something different from what was approved.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values written onto the VM — and why they matter later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315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Label / annotation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Purpose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app.kubernetes.io/managed-by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agent claims ONLY what it built. Hand-made VMs are never touched.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tcs.ai/owner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Who to contact when it needs attention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tcs.ai/cost-centre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Chargeback and showback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tcs.ai/environment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dev / test / prod — drives the change risk rating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tcs.ai/request-id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change request this VM came from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tcs.ai/expires-on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decommission date — made enforceable, not decorative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tcs.ai/sizing-rationale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 this size. Read back when right-sizing months later.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11480" y="4892040"/>
            <a:ext cx="11338560" cy="868680"/>
          </a:xfrm>
          <a:prstGeom prst="roundRect">
            <a:avLst>
              <a:gd name="adj" fmla="val 8421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02920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provenance a platform can provision.  With it, a platform can be accountable.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OWNERSHIP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claim a competitor cannot copy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1234440"/>
          </a:xfrm>
          <a:prstGeom prst="roundRect">
            <a:avLst>
              <a:gd name="adj" fmla="val 5926"/>
            </a:avLst>
          </a:prstGeom>
          <a:solidFill>
            <a:srgbClr val="0F172A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08760"/>
            <a:ext cx="10789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CFFAF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“This VM was provisioned under CHG0041022 on 12 March, sized u1.large.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i="1" dirty="0">
                <a:solidFill>
                  <a:srgbClr val="CFFAF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Since then, memory has been at 94 % of 32Gi over eleven days. Recommend increasing it to u1.xlarge.”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" y="2670048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unprompted, weeks later, with the change request already prepared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3063240"/>
            <a:ext cx="3611880" cy="2103120"/>
          </a:xfrm>
          <a:prstGeom prst="roundRect">
            <a:avLst>
              <a:gd name="adj" fmla="val 3478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Right-size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76072" y="3611880"/>
            <a:ext cx="32918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Observed usage against the size we chose. Only running VMs, only after a sustain window — and absent metrics mean “cannot judge”, never “idle”.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33672" y="3063240"/>
            <a:ext cx="3611880" cy="2103120"/>
          </a:xfrm>
          <a:prstGeom prst="roundRect">
            <a:avLst>
              <a:gd name="adj" fmla="val 3478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98264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Enforce expiry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398264" y="3611880"/>
            <a:ext cx="32918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 its recorded date → a decommission change request with the backout plan filled in. Every form has this field; almost nobody acts on it.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55864" y="3063240"/>
            <a:ext cx="3611880" cy="2103120"/>
          </a:xfrm>
          <a:prstGeom prst="roundRect">
            <a:avLst>
              <a:gd name="adj" fmla="val 3478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0456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 health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0456" y="3611880"/>
            <a:ext cx="32918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 set to run but not Ready · guest filesystem filling up. Flows into UC-05's existing incident pipeline rather than a parallel one.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an agent that provisioned the VM AND operates the estate can write that sentence.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/ AFTER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 provisioning versus UC-06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20624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today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UC-06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Capture the request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Ticket, email, spreadsheet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sentence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Check quota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Rarely, and after the fact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Before approval, per ResourceQuota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Choose a size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Guesswork, or copy the last one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Reconciled to a standard, delta shown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Validate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Find out when it fails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Server-side dry-run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Change record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Written by hand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Raised automatically with a backout plan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Record the 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wiki page that rots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 the object itself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Expiry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field nobody reads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Enforced, with a decommission CR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Right-size later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Never happens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Unprompted, citing the original request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Decommission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Whenever someone notices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change request on the expiry date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Provisioning is a transaction. Ownership is a lifecycle — and the second is where the operational cost actually sits.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stops this doing something you did not ask for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8046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Behaviour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Never autonomous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auto-promote path exists anywhere in the design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Protected namespaces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kube-*, openshift-*, default refused outright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Batch cap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Ten VMs per request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Blocking pre-flight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image, taken name, exceeded quota, absent NAD, no SSH key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Server-side dry-run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path, before any apply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Re-check after approval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Refuses to provision something different from what was approved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Change ledger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creation reversible; the inverse is the decommission command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boundary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Extracts intent only — never picks the image, manifest or command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Credential boundary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AI may not produce an SSH key under any circumstance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explains. Deterministic code acts. A person decides. Same contract as UC-05.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VALUE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return actually comes from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84048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UC-06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Request → running VM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Hours to days (ticket queue)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approval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Requests with wrong sizing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Common — no reconciliation step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Delta shown before approval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VMs with a recorded 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Patchy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one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VMs with an enforced expiry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Effectively none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one that sets a date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Right-sizing reviews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 hoc, usually never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Continuous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Reclaimed capacity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Whenever someone audits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 the expiry date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11480" y="4480560"/>
            <a:ext cx="11338560" cy="1234440"/>
          </a:xfrm>
          <a:prstGeom prst="roundRect">
            <a:avLst>
              <a:gd name="adj" fmla="val 5926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4590288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 sprawl is a real budget line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493776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request form ever written has an “expires on” field, and almost no platform acts on it. UC-06 is the first part of this platform that does — it raises the decommission change request itself, with the backout plan already filled in.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minutes, end to end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8138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Show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0:00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Chat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“Provision a RHEL 9 VM called sap-app-01 in namespace sap, 8 vCPU, 32GB, 200GB, production, expires 2026-12-31, and here is my SSH key.”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0:30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card appears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“Nothing has been created. This is what it understood — and here is what a form cannot tell you.”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1:00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Reconciliation line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“You asked for 8 and 32. The nearest standard is an exact match. Had it not been, it would say by how much.”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1:20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Quota bar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“This takes the namespace to 78 % of quota. That is a decision, not a number.”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1:50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Dry-run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“Validated against the live API server. Still nothing created.”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2:10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Submit for approval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“In a change-controlled estate the CAB is the authority, not a button in my console.”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2:40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ServiceNow → approve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“One human decision.”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3:00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VM + access panel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“Provisioned — and here is how to get into it, rather than making you hunt for the IP.”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3:20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Labels on the VM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“Owner, cost centre, change request, expiry, and why it was sized this way.”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3:40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Lifecycle report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“Which is what lets it come back weeks later and tell you the VM it built is undersized.”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&amp; STATUS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threshold is owned by the customer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113385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01752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Variable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Default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Purpose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VM_IMAGE_NAMESPACE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openshift-virtualization-os-images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Where golden image DataSources live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VM_APPROVAL_RECONCILE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false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Poll ServiceNow for CAB approval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VM_APPROVAL_INTERVAL_SEC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Poll interval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VM_MEM_HIGH_PCT / LOW_PCT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85 / 25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Right-size up / down thresholds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VM_CPU_HIGH_PCT / LOW_PCT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/ 10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CPU equivalents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VM_SUSTAIN_DAYS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Minimum age and sustain window before judging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VM_EXPIRY_WARN_DAYS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Warn before expiry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4160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VERIFICATION STATUS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57200" y="4434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77240" y="443484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Extraction, reconciliation, manifest shape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492240" y="4434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automated tests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7200" y="476402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77240" y="476402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 disk always a DataVolume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492240" y="4764024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asserted in test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5093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77240" y="5093208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Routes + chat card end to end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92240" y="509320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 live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57200" y="5422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77240" y="5422392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ServiceNow CAB approval loop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492240" y="542239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yet run against a live instance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7200" y="5751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77240" y="5751576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Right-sizing on real usage history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492240" y="57515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awaiting a sustained workload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331720"/>
            <a:ext cx="12188952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  ·  GOVERNED VM PROVISIONING &amp; LIFECYCLE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607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Provisioning is a transaction.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Ownership is a lifecycle.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30632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console creates a VM. It does not remember why.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37033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3703320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sentence in — reconciled, pre-flighted and dry-run before anyone approves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4123944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4123944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human decision, in the console or at the change board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454456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4544568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Provenance written onto the machine: owner, cost centre, change request, expiry, rationale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965192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4965192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Weeks later the agent reads it back — right-sizes what it built, reclaims what expired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594360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Hybrid Infrastructure  ·  Tata Consultancy Services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Tata Consultancy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TCS Agentic AI — Governed VM Provisioning &amp; Lifecycle · UC-06</dc:title>
  <dc:subject>UC-06 — governed VM provisioning and day-2 ownership for OpenShift Virtualization</dc:subject>
  <dc:creator>TCS Agentic AI Platform</dc:creator>
  <cp:lastModifiedBy>TCS Agentic AI Platform</cp:lastModifiedBy>
  <cp:revision>1</cp:revision>
  <dcterms:created xsi:type="dcterms:W3CDTF">2026-08-12T07:47:33Z</dcterms:created>
  <dcterms:modified xsi:type="dcterms:W3CDTF">2026-08-12T07:47:33Z</dcterms:modified>
</cp:coreProperties>
</file>