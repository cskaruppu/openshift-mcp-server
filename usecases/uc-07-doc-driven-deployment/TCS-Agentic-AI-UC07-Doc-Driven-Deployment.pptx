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Effort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⚙️ Automatic</c:v>
                </c:pt>
                <c:pt idx="1">
                  <c:v>👤 Manual</c:v>
                </c:pt>
                <c:pt idx="2">
                  <c:v>🤖 AI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14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35808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81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  ·   USE CASE 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1051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Document-Driven Application Deployment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Deployment Agent  ·  Git-versioned requirement in, verified application out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“Upload a document. Open a working application.”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Manifests from one doc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44368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44368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Lines of YAML by hand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57216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7216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57216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levels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70064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0064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70064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touches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82912" y="443484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2912" y="4544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582912" y="5001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tests pinning 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5897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for Hybrid Infrastructure  ·  Container &amp; Kubernetes Operations  ·  Tata Consultancy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distance between a requirement and a working application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YAML is authored by hand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three-tier app is ~2,000 lines. Every team writes them again, differently, under deadline.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33672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EDD5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varies by engineer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16552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NetworkPolicies, probes, quotas — present when someone remembered, absent when they didn't.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55864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"Deployed" ≠ "works"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38744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Pods go green while the frontend can't reach the API. Nobody probes the URL until a user does.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requirement dies in a ticket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4360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was asked for, and why, is unrecoverable six months later.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33672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provenance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16552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"Who deployed this, from what?" is archaeology across terminals and tickets.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55864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Re-deploys drift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38744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Re-applying by hand updates some things, misses others, and reports none of it.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 makes the requirement document itself the deployment — reviewed like code, executed deterministically, verified to the URL.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is the operator. Determinism is the contract.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9476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Architects free-prose requirements. Investigates red verification levels.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496312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drives the same pipeline conversationally through 15 MCP agents / 177 tools — callable by any external framework. It never touches a structured document's lane.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 AUTOMATIC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19476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that must be repeatable: extract, generate, apply, govern, verify.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2496312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document produces byte-identical YAML on every run — no model in the loop. Truth about the cluster is measured, never generated.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70332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 HUMAN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2336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 the YAML. Clicks Deploy. Approves a proposed fix.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782312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irreversible decisions stay human. The platform narrows them; it does not take them.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370332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VERIFIED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42336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outcome proven against the live cluster.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4782312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Rollout complete, workloads stable, Services wired, and the platform itself browsing to the application's URL.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Generation may be creative. Verification never is.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→ manifests → deploy → proof, colour-coded by actor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27632"/>
            <a:ext cx="182880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📄 Requirement doc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943100"/>
            <a:ext cx="182880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· upload · .docx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801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5544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627632"/>
            <a:ext cx="205740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extract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1943100"/>
            <a:ext cx="205740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 → typed intent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2487168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48716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LLM lane (prose)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09160" y="1801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15544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627632"/>
            <a:ext cx="210312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64 manifests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1943100"/>
            <a:ext cx="210312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zero-trust · secrets · probes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8040" y="1801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15544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627632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Review YAML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0" y="1943100"/>
            <a:ext cx="192024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editable, resettable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464040" y="1801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84080" y="15544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1627632"/>
            <a:ext cx="196596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 + CVE scan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784080" y="1943100"/>
            <a:ext cx="196596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shift-left, pre-deploy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29184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364992"/>
            <a:ext cx="210312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Server-side dry-run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3680460"/>
            <a:ext cx="210312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admission, nothing created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60320" y="3538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80360" y="32918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3364992"/>
            <a:ext cx="173736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DEPLOY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80360" y="3680460"/>
            <a:ext cx="173736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3538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83480" y="32918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364992"/>
            <a:ext cx="228600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Server-side apply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83480" y="3680460"/>
            <a:ext cx="228600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/ configured / unchanged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0" y="3538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635240" y="329184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35240" y="3364992"/>
            <a:ext cx="20116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+ SNOW CR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635240" y="3680460"/>
            <a:ext cx="201168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cites the Git source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692640" y="3538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012680" y="32918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12680" y="3364992"/>
            <a:ext cx="173736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 watch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012680" y="3680460"/>
            <a:ext cx="173736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table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5029200"/>
            <a:ext cx="6583680" cy="777240"/>
          </a:xfrm>
          <a:prstGeom prst="roundRect">
            <a:avLst>
              <a:gd name="adj" fmla="val 9412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5102352"/>
            <a:ext cx="65836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pyramid — rollout ▸ stability ▸ wiring ▸ URL probe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11480" y="5417820"/>
            <a:ext cx="658368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by itself when pods are ready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40880" y="52760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60920" y="502920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60920" y="5102352"/>
            <a:ext cx="219456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🟢 Open application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60920" y="5417820"/>
            <a:ext cx="219456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human clicks the URL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738360" y="50292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38360" y="5102352"/>
            <a:ext cx="20116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red? → RCA agent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738360" y="5417820"/>
            <a:ext cx="201168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UC-05 machinery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EFFORT SPLIT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Fourteen automatic steps. Two AI. Three human touches.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63040"/>
          <a:ext cx="5120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37360"/>
          <a:ext cx="5715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858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Actor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covers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⚙️ Automatic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Extraction, generation, scans, dry-run, apply, records, governance, pod watch, all four verification levels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👤 Manual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Review the YAML · click Deploy · click the verified URL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🤖 AI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Architect free-prose requirements · investigate a red verification level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035040" y="3657600"/>
            <a:ext cx="5715000" cy="1920240"/>
          </a:xfrm>
          <a:prstGeom prst="roundRect">
            <a:avLst>
              <a:gd name="adj" fmla="val 3810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63640" y="37947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AI count is deliberately low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63640" y="4160520"/>
            <a:ext cx="5257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document must produce byte-identical manifests on every run — an audit requirement no generative step can meet. So the AI works the edges: turning prose into structure before the pipeline, and reasoning over evidence after it. The middle is deterministic on purpose.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HONEST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agentic AI actually is — stage by stage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6675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Stage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Actor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 this actor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Free-prose requirement → manifests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2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🤖 AI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tables to parse — the LLM acts as platform architect under a CIS/PSS-restricted prompt contract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Structured document → manifests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⚙️ AUTO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tables ARE a contract; a model would paraphrase. Same commit → same YAML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Conversational ops (AI Chat / MCP)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2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🤖 AI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Same pipeline, natural language — 15 agents · 177 tools, open to any framework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Shift-left security verdicts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⚙️ AUTO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CIS + CVE scans are deterministic; the AI explains findings on request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 governance (ServiceNow)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⚙️ AUTO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 authored from the deploy itself — implementation, backout, test plans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Verification pyramid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⚙️ AUTO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Truth about the cluster is measured, never inferred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Failure investigation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2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🤖 AI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red level hands logs, events and probes to the RCA agent — it reasons, a human approves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irreversible clicks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👤 HUMAN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Deploy and fix-approval are decisions, not steps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BY GENERATION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contract, both directions — the matrix the document declares is the network the app gets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778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Control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is generated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Zero-trust matrix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default-deny BOTH directions. Every allowed row → an ingress rule on the target AND an egress rule on the caller. The boutique's 19-row matrix becomes 33 policies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DNS precondition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Egress to openshift-dns granted to all pods — deny-all without it fails identically to no network at all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Secrets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Random credentials generated at manifest time — never in the document, the chat, or Git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Probes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Kubelet-native gRPC probes for distroless services; argv exec (no shell assumed); http and tcp as declared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Images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Restricted-SCC compatible — arbitrary UID, non-root. CIS + CVE scanned before deploy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Blast radius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Rollback deletes ONLY what the deploy created; updated resources and pre-existing namespaces are never touched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denied paths are listed in the document too — and the samples include the command that proves a denied path actually times out.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VERIFICATION PYRAMID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"Done" means a human can use it — four levels, each stronger than the last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25596" y="1463040"/>
            <a:ext cx="4937760" cy="841248"/>
          </a:xfrm>
          <a:prstGeom prst="roundRect">
            <a:avLst>
              <a:gd name="adj" fmla="val 6522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54196" y="15361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USER CAN ACCESS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54196" y="18470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HTTP-probes every Route from outside the pods — the acceptance test, executed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02636" y="2432304"/>
            <a:ext cx="6583680" cy="841248"/>
          </a:xfrm>
          <a:prstGeom prst="roundRect">
            <a:avLst>
              <a:gd name="adj" fmla="val 6522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1236" y="2505456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SERVICES WIRED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31236" y="281635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selector-bearing Service has ready endpoints — catches the label mismatch behind "Route says 503"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79676" y="3401568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08276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WORKLOADS STABLE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08276" y="378561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crash loops, no accumulating restarts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56716" y="4370832"/>
            <a:ext cx="9875520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5316" y="4443984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ROLLOUT COMPLETE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85316" y="475488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kubectl rollout status semantics — THIS generation, not old-pods-still-Ready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5486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by itself the moment the pod watch goes green — and ends at an “Open application” button with a live status dot.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03 fails on purpose. A green result means something because red is possible.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DOCS-AS-CODE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 is the front door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6766560" cy="777240"/>
          </a:xfrm>
          <a:prstGeom prst="roundRect">
            <a:avLst>
              <a:gd name="adj" fmla="val 8235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3560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Document lives in Git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PR-reviewed, versioned, diffable — .md or .docx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267712"/>
            <a:ext cx="6766560" cy="777240"/>
          </a:xfrm>
          <a:prstGeom prst="roundRect">
            <a:avLst>
              <a:gd name="adj" fmla="val 8235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"Load from Git"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33472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the GitHub link — blob URLs rewritten to raw; .docx converted with tables intact; one-shot token for private repos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163824"/>
            <a:ext cx="6766560" cy="777240"/>
          </a:xfrm>
          <a:prstGeom prst="roundRect">
            <a:avLst>
              <a:gd name="adj" fmla="val 8235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2783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Deterministic generate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529584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commit → same 64 manifests, byte for byte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4059936"/>
            <a:ext cx="6766560" cy="777240"/>
          </a:xfrm>
          <a:prstGeom prst="roundRect">
            <a:avLst>
              <a:gd name="adj" fmla="val 8235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2394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Provenance travels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425696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deploy record and the ServiceNow CR cite the source URL — audit walks from a running pod back to the document version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956048"/>
            <a:ext cx="6766560" cy="777240"/>
          </a:xfrm>
          <a:prstGeom prst="roundRect">
            <a:avLst>
              <a:gd name="adj" fmla="val 8235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02005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Re-deploy = re-fetch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321808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Server-side apply updates only what changed, and says so: created / configured / unchanged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52360" y="1371600"/>
            <a:ext cx="4297680" cy="4434840"/>
          </a:xfrm>
          <a:prstGeom prst="roundRect">
            <a:avLst>
              <a:gd name="adj" fmla="val 1702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536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Roadmap, in order of value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0" y="1965960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 auto-deploy — a merged PR on the document deploys to dev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promotion — the same document, dev → staging → prod cluster targets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GitOps hand-off — commit the generated YAML for Argo CD to sync instead of applying directly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APPLICATION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Boutique — a real e-commerce shop, from one document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gRPC microservices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86584" y="141732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86584" y="1508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86584" y="19933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61688" y="141732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1508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361688" y="19933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Manifests generated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36792" y="141732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508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36792" y="19933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Matrix rows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11896" y="141732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11896" y="1508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311896" y="19933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policies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287000" y="141732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87000" y="1508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287000" y="19933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78892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placed order crosses: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11480" y="31546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154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84248" y="333756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40280" y="31546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0280" y="3154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13048" y="333756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69080" y="315468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69080" y="3154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· shipping · payment · email · currency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659368" y="333756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15400" y="3154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15400" y="3154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213848" y="333756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469880" y="3154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69880" y="3154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11480" y="3931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every hop crossing a network policy the document declared. Synthetic shoppers (Locust) keep the store busy from the moment it is up.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4434840"/>
            <a:ext cx="11338560" cy="1234440"/>
          </a:xfrm>
          <a:prstGeom prst="roundRect">
            <a:avLst>
              <a:gd name="adj" fmla="val 5926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5720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exact app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40080" y="48920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Its images run as non-root under arbitrary UIDs — it deploys on OpenShift's restricted SCC with zero security grants. The other famous demo shops (Sock Shop, robot-shop) do not.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HARDENED IN THE FIELD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defect the pyramid caught became a unit test — the honesty story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20624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the field run showed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Root cause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Now pinned by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Dry-run: "1 ok, 16 failed" on a fresh app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API server 404s namespaced resources before admission when the namespace doesn't exist yet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Dry-run prepares target namespaces, then validates all 64 objects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Deploy: 33 network policies rejected (422)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Fuzzy column matching read the To column as the protocol ("proTOcol" contains "to")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Exact-match header resolution + TCP/UDP/SCTP whitelist, asserted at both layers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 gRPC pod 0/1, restart loops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Exec probes assumed a shell — the boutique's images are distroless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Kubelet-native gRPC probes; argv exec without sh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frontend CrashLoopBackOff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v0.10 requires SHOPPING_ASSISTANT_SERVICE_ADDR even when unused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Placeholder env in the document, with the reason recorded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(design review) egress deny with no allows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Generated deny-all blocked DNS and every tier-to-tier call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Matrix generates BOTH directions + DNS egress — the one-contract rule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slide is the proof the verification story is real: the pyramid caught its own product's bugs before a user did.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baseline vs UC-07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113385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 baseline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UC-07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Requirement → running app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Days — ticket, YAML authoring, review cycles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Minutes, from a reviewed document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YAML by hand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~2,000 lines for a three-tier app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 — generated, 64 manifests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Security posture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Varies by engineer and deadline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Identical, generated, unit-tested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"Who deployed what, from what?"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Archaeology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Record cites Git URL · CR number · verification result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Definition of done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"Pods are green"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probed URL and a four-level proof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Re-deploy after a change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Re-apply and hope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created / configured / unchanged, per object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KNOWN-GOOD INPUTS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sample documents — each shipped in .md and .docx, pinned by round-trip tests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hello-web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nginx tier, TLS route, probes. The pipeline smoke test.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89864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in ~90 seconds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three-tier-orders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+ API + PostgreSQL 15: generated Secret, PVC, init-SQL Job as the functional DB proof, matrix with a negative control, HPA.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0" y="289864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in 2–4 minutes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61188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49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negative-broken-image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 image tag — the rollout can never complete. Exists so audiences watch the pyramid fail honestly.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50932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at level 1, by design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749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online-boutique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411480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e-commerce reference: 11 services + Redis + synthetic shoppers → 64 manifests from one document.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50932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in 3–6 minutes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docs/sample-requirements/ — copy 02 as the template for your own applications. The tables are the contract; the prose is free.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SCRIPT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minutes, ending in a purchase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Minute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Beat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0–1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document in GitHub (or Word)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"This is the deployment. Not YAML — a reviewed, versioned requirement document."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1–2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Load from Git → Generate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"Deterministic: 12 tiers, 64 manifests, no AI paraphrase. Paste plain prose instead — and the LLM architects it under the same hardening contract."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2–3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CIS + CVE scan → Dry-run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"Shift-left: the API server validated all 64 objects before anything ran."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3–5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Deploy → pod watch → pyramid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"Server-side apply, a ServiceNow change citing the document — then the platform proves it: rollout, stability, wiring, and it browses to the shop itself."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5–6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 application → place an order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"One click crosses nine services and Redis, every hop through a policy this document declared. Had any level gone red — the RCA agent takes it from there."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60-second encore: deploy 03-negative and watch the pyramid fail honestly.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STATUS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live vs what is roadmap — stated plainly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11338560" cy="914400"/>
        </p:xfrm>
        <a:graphic>
          <a:graphicData uri="http://schemas.openxmlformats.org/drawingml/2006/table">
            <a:tbl>
              <a:tblPr/>
              <a:tblGrid>
                <a:gridCol w="69494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Claim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Deterministic extraction — .md and .docx extract identically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VERIFIED — round-trip unit tests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64-manifest generation, zero-trust matrix both directions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VERIFIED — live on the lab cluster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Server-side apply · dry-run with namespace preparation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VERIFIED — live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Verification pyramid incl. URL probe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VERIFIED — live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 fetch (blob → raw) → deterministic generate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VERIFIED — against the GitHub branch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ServiceNow change record per deploy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VERIFIED — CHG0030065 in the lab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RCA-agent auto-investigation of a red level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2400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🔶 ROADMAP — UC-05 machinery exists, hand-off next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Webhook auto-deploy · promotion · Argo CD hand-off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2400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🔶 ROADMAP — design settled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Deliberately honest: VERIFIED ran against a live cluster or is pinned by the 93-test suite. ROADMAP is a design, not a demo.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requirement document IS the deployment.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Versioned in Git. Deterministic on the wire. Verified until a human can click the URL.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Generation may be creative — verification never is.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897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for Hybrid Infrastructure  ·  UC-07  ·  Tata Consultancy Services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Tata Consultancy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Agentic AI — Document-Driven Application Deployment · UC-07</dc:title>
  <dc:subject>UC-07 — a versioned requirement document becomes a verified, governed application on OpenShift</dc:subject>
  <dc:creator>TCS Agentic AI Platform</dc:creator>
  <cp:lastModifiedBy>TCS Agentic AI Platform</cp:lastModifiedBy>
  <cp:revision>1</cp:revision>
  <dcterms:created xsi:type="dcterms:W3CDTF">2026-08-20T11:37:06Z</dcterms:created>
  <dcterms:modified xsi:type="dcterms:W3CDTF">2026-08-20T11:37:06Z</dcterms:modified>
</cp:coreProperties>
</file>