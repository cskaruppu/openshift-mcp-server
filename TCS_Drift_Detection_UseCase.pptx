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  ·  Autonomous OpenShift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46520"/>
            <a:ext cx="4050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UC-02  ·  Configuration Drift Detection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7315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Drift Detection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One-Click Rollback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 for OpenShift — drift caught in seconds, reverted in one click.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AIOps</a:t>
            </a:r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 Governance</a:t>
            </a:r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Remediation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Out-of-band changes break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production outages are change-related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workloads — manual drift tracking can't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91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2104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unsanctioned changes are even noticed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hurts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hotfixes, rogue automation, and direct kubectl edits bypass GitOps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is undocumented and nearly invisible across a large fleet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time someone notices, the blast radius is large and the root cause is buried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tools only ALERT — a human still has to investigate and fix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agent that watches, explains &amp; reverts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proactive background agent diffs every workload's live spec against a captured known-good baseline. The moment drift appears outside GitOps, the AI flags it, explains exactly what changed in plain English, and offers a safe one-click rollback on the live cluster.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Detect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agent scans every 1–5 min, comparing live spec vs baseline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7432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Explain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translates raw spec diffs into 'what changed &amp; when' in plain English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7432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Revert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issues a strategic-merge patch + controlled rolling restart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2743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7432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A237E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Audit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3474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drift &amp; rollback auto-logged to a 90-day compliance trail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Human-in-the-loop: the AI surfaces and proposes — a human approves; the AI executes.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AI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each deployment's known-good spec (image, resources, replicas, env, ports, command).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9516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Watch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Re-scans all workloads every 1–5 min using generation / resourceVersion deltas.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063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4747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 any out-of-GitOps change instantly, classified by severity.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10896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3063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 Diff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34747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shows old vs new value, the field changed, and exactly when.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572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Rollback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983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Strategic-merge patch restores the full container spec + rolling restart.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617720"/>
            <a:ext cx="640080" cy="640080"/>
          </a:xfrm>
          <a:prstGeom prst="oval">
            <a:avLst/>
          </a:prstGeom>
          <a:solidFill>
            <a:srgbClr val="0D47A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4572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&amp; Audit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4983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Counters update live, card marked 'ROLLED BACK', event written to audit trail.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SRE vs AI Agent — per drift event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1188720"/>
                <a:gridCol w="356616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(Traditional SRE)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Agent (TCS Agentic AI)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 drift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for alert / failed deploy / complaint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30m–4h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Background agent flags it next scan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1–5m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Identify change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oc get -o yaml, diff vs Git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15–30m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shows old-vs-new diff in English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 when / who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 through audit logs &amp; CI history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20–45m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Generation + timestamp on the card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 &amp; decide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Escalate, discuss, weigh options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30–60m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pre-classifies risk &amp; recommends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 rollback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Hand-craft patch, verify, restart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15–40m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click — patch + rolling restart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10–30s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 &amp; document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Re-check health, write incident note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30–50m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counters + auto audit entry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3949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TOTAL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~2.5 – 7 hours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5394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53949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TOTAL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1 minute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90-second walkthrough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5943600"/>
                <a:gridCol w="731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Screen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Talk Track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— App Changes widget, all clear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"This is a live OpenShift cluster — real pods, real deployments, with our drift sensor watching."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drift (change image via CLI off-camera)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"An engineer hotfixes a deployment directly — bypassing GitOps. Watch what happens."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Widget flags drift in real time (red counter)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"Within seconds the AI caught it — no alert rule, no human watching."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Expand change — old vs new spec, field, time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"It tells me exactly what changed, in plain English, and when."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 'Dismiss &amp; Rollback'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"This wasn't approved. One click — and the AI reverts the live cluster."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Card → 'DISMISSED — ROLLED BACK', pods healthy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1B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"Done. Full spec restored, pods healthy, logged for audit. That's self-healing infrastructure."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pre-stage the drift command so the change appears the instant you switch back — the 'caught in seconds' moment lands hard.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judges'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19202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not slideware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 demonstrated against a REAL cluster — drift appears and is reverted in under a minute.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109728" cy="1920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loop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tools only alert. This one explains the drift in natural language AND remediates it with one click.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0480"/>
            <a:ext cx="109728" cy="1920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tackles GitOps governance, change management &amp; audit compliance — top concerns for regulated OpenShift buyers.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3F2FD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109728" cy="1920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autonomy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4526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proposes, human approves, AI executes — the trust model large orgs actually require.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configuration chaos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self-healing, audit-ready infrastructure.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Agentic AI — the autonomous SRE for OpenShift.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3200400" cy="54864"/>
          </a:xfrm>
          <a:prstGeom prst="rect">
            <a:avLst/>
          </a:prstGeom>
          <a:solidFill>
            <a:srgbClr val="0069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Drift Detection &amp; One-Click Rollback</dc:title>
  <dc:subject>PptxGenJS Presentation</dc:subject>
  <dc:creator>TCS Agentic AI Platform</dc:creator>
  <cp:lastModifiedBy>TCS Agentic AI Platform</cp:lastModifiedBy>
  <cp:revision>1</cp:revision>
  <dcterms:created xsi:type="dcterms:W3CDTF">2026-06-29T13:05:36Z</dcterms:created>
  <dcterms:modified xsi:type="dcterms:W3CDTF">2026-06-29T13:05:36Z</dcterms:modified>
</cp:coreProperties>
</file>